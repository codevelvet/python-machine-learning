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1" r:id="rId1"/>
  </p:sldMasterIdLst>
  <p:notesMasterIdLst>
    <p:notesMasterId r:id="rId10"/>
  </p:notesMasterIdLst>
  <p:handoutMasterIdLst>
    <p:handoutMasterId r:id="rId11"/>
  </p:handoutMasterIdLst>
  <p:sldIdLst>
    <p:sldId id="256" r:id="rId2"/>
    <p:sldId id="353" r:id="rId3"/>
    <p:sldId id="354" r:id="rId4"/>
    <p:sldId id="257" r:id="rId5"/>
    <p:sldId id="352" r:id="rId6"/>
    <p:sldId id="350" r:id="rId7"/>
    <p:sldId id="351" r:id="rId8"/>
    <p:sldId id="349" r:id="rId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51" autoAdjust="0"/>
    <p:restoredTop sz="86502"/>
  </p:normalViewPr>
  <p:slideViewPr>
    <p:cSldViewPr snapToGrid="0">
      <p:cViewPr varScale="1">
        <p:scale>
          <a:sx n="56" d="100"/>
          <a:sy n="56" d="100"/>
        </p:scale>
        <p:origin x="96" y="4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409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28EB97-74C9-4AFE-902A-37ED3B3817C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61670C3-6723-4AE3-8E1F-91470E9D2852}">
      <dgm:prSet/>
      <dgm:spPr/>
      <dgm:t>
        <a:bodyPr/>
        <a:lstStyle/>
        <a:p>
          <a:r>
            <a:rPr lang="en-US" dirty="0"/>
            <a:t>Machine Learning is a process of analyzing data so that future predictions can be made. </a:t>
          </a:r>
        </a:p>
      </dgm:t>
    </dgm:pt>
    <dgm:pt modelId="{321CD2D5-7AFC-40F0-99D5-16A2387B89BE}" type="parTrans" cxnId="{0EC5FEAC-B84E-4F65-86F1-8858625F056F}">
      <dgm:prSet/>
      <dgm:spPr/>
      <dgm:t>
        <a:bodyPr/>
        <a:lstStyle/>
        <a:p>
          <a:endParaRPr lang="en-US"/>
        </a:p>
      </dgm:t>
    </dgm:pt>
    <dgm:pt modelId="{AF38ECEF-612A-4234-A6BD-ABE4F3C7C319}" type="sibTrans" cxnId="{0EC5FEAC-B84E-4F65-86F1-8858625F056F}">
      <dgm:prSet/>
      <dgm:spPr/>
      <dgm:t>
        <a:bodyPr/>
        <a:lstStyle/>
        <a:p>
          <a:endParaRPr lang="en-US"/>
        </a:p>
      </dgm:t>
    </dgm:pt>
    <dgm:pt modelId="{A113E542-8AB0-4D9E-8BF4-814F620C743E}">
      <dgm:prSet/>
      <dgm:spPr/>
      <dgm:t>
        <a:bodyPr/>
        <a:lstStyle/>
        <a:p>
          <a:r>
            <a:rPr lang="en-US"/>
            <a:t>Spam or no spam</a:t>
          </a:r>
        </a:p>
      </dgm:t>
    </dgm:pt>
    <dgm:pt modelId="{5A10DB73-1ADD-4FA9-970C-CB7A86C2DBA1}" type="parTrans" cxnId="{3559D4CE-9F34-4940-B5E5-67A4D19DDA98}">
      <dgm:prSet/>
      <dgm:spPr/>
      <dgm:t>
        <a:bodyPr/>
        <a:lstStyle/>
        <a:p>
          <a:endParaRPr lang="en-US"/>
        </a:p>
      </dgm:t>
    </dgm:pt>
    <dgm:pt modelId="{A8CD410A-C66D-4306-8D44-62029B554EE9}" type="sibTrans" cxnId="{3559D4CE-9F34-4940-B5E5-67A4D19DDA98}">
      <dgm:prSet/>
      <dgm:spPr/>
      <dgm:t>
        <a:bodyPr/>
        <a:lstStyle/>
        <a:p>
          <a:endParaRPr lang="en-US"/>
        </a:p>
      </dgm:t>
    </dgm:pt>
    <dgm:pt modelId="{5EAB1807-53D4-42C0-8089-D0E56CCC1B09}">
      <dgm:prSet/>
      <dgm:spPr/>
      <dgm:t>
        <a:bodyPr/>
        <a:lstStyle/>
        <a:p>
          <a:r>
            <a:rPr lang="en-US"/>
            <a:t>Facial recognition</a:t>
          </a:r>
        </a:p>
      </dgm:t>
    </dgm:pt>
    <dgm:pt modelId="{CA2C1272-469E-473B-8CAF-7780CF1329FD}" type="parTrans" cxnId="{8522AFB1-47D7-436F-A32D-EF11B036C45E}">
      <dgm:prSet/>
      <dgm:spPr/>
      <dgm:t>
        <a:bodyPr/>
        <a:lstStyle/>
        <a:p>
          <a:endParaRPr lang="en-US"/>
        </a:p>
      </dgm:t>
    </dgm:pt>
    <dgm:pt modelId="{646D19DE-1CE0-4EB9-9C71-A7B80732608D}" type="sibTrans" cxnId="{8522AFB1-47D7-436F-A32D-EF11B036C45E}">
      <dgm:prSet/>
      <dgm:spPr/>
      <dgm:t>
        <a:bodyPr/>
        <a:lstStyle/>
        <a:p>
          <a:endParaRPr lang="en-US"/>
        </a:p>
      </dgm:t>
    </dgm:pt>
    <dgm:pt modelId="{474BFC27-D340-4295-AF54-D55D83450E88}">
      <dgm:prSet/>
      <dgm:spPr/>
      <dgm:t>
        <a:bodyPr/>
        <a:lstStyle/>
        <a:p>
          <a:r>
            <a:rPr lang="en-US"/>
            <a:t>Recommender system</a:t>
          </a:r>
        </a:p>
      </dgm:t>
    </dgm:pt>
    <dgm:pt modelId="{A186A6ED-4992-403A-9208-F0853AB1C9D1}" type="parTrans" cxnId="{E792E8ED-EFF6-4535-BBB2-0A1A083F0458}">
      <dgm:prSet/>
      <dgm:spPr/>
      <dgm:t>
        <a:bodyPr/>
        <a:lstStyle/>
        <a:p>
          <a:endParaRPr lang="en-US"/>
        </a:p>
      </dgm:t>
    </dgm:pt>
    <dgm:pt modelId="{BD202E0E-E25C-4212-82BE-6F9B7E1C3EE7}" type="sibTrans" cxnId="{E792E8ED-EFF6-4535-BBB2-0A1A083F0458}">
      <dgm:prSet/>
      <dgm:spPr/>
      <dgm:t>
        <a:bodyPr/>
        <a:lstStyle/>
        <a:p>
          <a:endParaRPr lang="en-US"/>
        </a:p>
      </dgm:t>
    </dgm:pt>
    <dgm:pt modelId="{0FB33637-A7D7-491C-8651-9ED534AFB9BB}" type="pres">
      <dgm:prSet presAssocID="{2328EB97-74C9-4AFE-902A-37ED3B3817CB}" presName="linear" presStyleCnt="0">
        <dgm:presLayoutVars>
          <dgm:animLvl val="lvl"/>
          <dgm:resizeHandles val="exact"/>
        </dgm:presLayoutVars>
      </dgm:prSet>
      <dgm:spPr/>
    </dgm:pt>
    <dgm:pt modelId="{408DCB5C-5B25-4DB3-AD40-E3664AB99E83}" type="pres">
      <dgm:prSet presAssocID="{661670C3-6723-4AE3-8E1F-91470E9D285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A9289FF-5273-4558-8727-9B1859EB2FCD}" type="pres">
      <dgm:prSet presAssocID="{AF38ECEF-612A-4234-A6BD-ABE4F3C7C319}" presName="spacer" presStyleCnt="0"/>
      <dgm:spPr/>
    </dgm:pt>
    <dgm:pt modelId="{BA213844-CCA0-4614-913F-4D809F0EA513}" type="pres">
      <dgm:prSet presAssocID="{A113E542-8AB0-4D9E-8BF4-814F620C743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B9D23DC-607C-43F4-9A5E-AD652D991F30}" type="pres">
      <dgm:prSet presAssocID="{A8CD410A-C66D-4306-8D44-62029B554EE9}" presName="spacer" presStyleCnt="0"/>
      <dgm:spPr/>
    </dgm:pt>
    <dgm:pt modelId="{BA2C5208-5E52-4774-80EE-02F9DFC6BBBB}" type="pres">
      <dgm:prSet presAssocID="{5EAB1807-53D4-42C0-8089-D0E56CCC1B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349D17-C429-4F4D-BF5B-F331E6A25E65}" type="pres">
      <dgm:prSet presAssocID="{646D19DE-1CE0-4EB9-9C71-A7B80732608D}" presName="spacer" presStyleCnt="0"/>
      <dgm:spPr/>
    </dgm:pt>
    <dgm:pt modelId="{D85D94CE-FD2D-4048-8E6F-464C9895D6EE}" type="pres">
      <dgm:prSet presAssocID="{474BFC27-D340-4295-AF54-D55D83450E8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FB3828B-ED9A-4F22-B98E-64BBFCA55CB4}" type="presOf" srcId="{5EAB1807-53D4-42C0-8089-D0E56CCC1B09}" destId="{BA2C5208-5E52-4774-80EE-02F9DFC6BBBB}" srcOrd="0" destOrd="0" presId="urn:microsoft.com/office/officeart/2005/8/layout/vList2"/>
    <dgm:cxn modelId="{0EC5FEAC-B84E-4F65-86F1-8858625F056F}" srcId="{2328EB97-74C9-4AFE-902A-37ED3B3817CB}" destId="{661670C3-6723-4AE3-8E1F-91470E9D2852}" srcOrd="0" destOrd="0" parTransId="{321CD2D5-7AFC-40F0-99D5-16A2387B89BE}" sibTransId="{AF38ECEF-612A-4234-A6BD-ABE4F3C7C319}"/>
    <dgm:cxn modelId="{8522AFB1-47D7-436F-A32D-EF11B036C45E}" srcId="{2328EB97-74C9-4AFE-902A-37ED3B3817CB}" destId="{5EAB1807-53D4-42C0-8089-D0E56CCC1B09}" srcOrd="2" destOrd="0" parTransId="{CA2C1272-469E-473B-8CAF-7780CF1329FD}" sibTransId="{646D19DE-1CE0-4EB9-9C71-A7B80732608D}"/>
    <dgm:cxn modelId="{5924C4B3-D441-40BD-9D80-B76DE35C3D88}" type="presOf" srcId="{A113E542-8AB0-4D9E-8BF4-814F620C743E}" destId="{BA213844-CCA0-4614-913F-4D809F0EA513}" srcOrd="0" destOrd="0" presId="urn:microsoft.com/office/officeart/2005/8/layout/vList2"/>
    <dgm:cxn modelId="{70A58DCA-760A-4F97-A752-560926B74F0D}" type="presOf" srcId="{474BFC27-D340-4295-AF54-D55D83450E88}" destId="{D85D94CE-FD2D-4048-8E6F-464C9895D6EE}" srcOrd="0" destOrd="0" presId="urn:microsoft.com/office/officeart/2005/8/layout/vList2"/>
    <dgm:cxn modelId="{3559D4CE-9F34-4940-B5E5-67A4D19DDA98}" srcId="{2328EB97-74C9-4AFE-902A-37ED3B3817CB}" destId="{A113E542-8AB0-4D9E-8BF4-814F620C743E}" srcOrd="1" destOrd="0" parTransId="{5A10DB73-1ADD-4FA9-970C-CB7A86C2DBA1}" sibTransId="{A8CD410A-C66D-4306-8D44-62029B554EE9}"/>
    <dgm:cxn modelId="{D779F2D0-FD44-4CD8-B20C-9B694E4FCC05}" type="presOf" srcId="{2328EB97-74C9-4AFE-902A-37ED3B3817CB}" destId="{0FB33637-A7D7-491C-8651-9ED534AFB9BB}" srcOrd="0" destOrd="0" presId="urn:microsoft.com/office/officeart/2005/8/layout/vList2"/>
    <dgm:cxn modelId="{E792E8ED-EFF6-4535-BBB2-0A1A083F0458}" srcId="{2328EB97-74C9-4AFE-902A-37ED3B3817CB}" destId="{474BFC27-D340-4295-AF54-D55D83450E88}" srcOrd="3" destOrd="0" parTransId="{A186A6ED-4992-403A-9208-F0853AB1C9D1}" sibTransId="{BD202E0E-E25C-4212-82BE-6F9B7E1C3EE7}"/>
    <dgm:cxn modelId="{C7A02BEE-F8BB-4476-9812-88D6E199DAF3}" type="presOf" srcId="{661670C3-6723-4AE3-8E1F-91470E9D2852}" destId="{408DCB5C-5B25-4DB3-AD40-E3664AB99E83}" srcOrd="0" destOrd="0" presId="urn:microsoft.com/office/officeart/2005/8/layout/vList2"/>
    <dgm:cxn modelId="{6B93A828-93E4-4DB0-BA62-5487AD3D1230}" type="presParOf" srcId="{0FB33637-A7D7-491C-8651-9ED534AFB9BB}" destId="{408DCB5C-5B25-4DB3-AD40-E3664AB99E83}" srcOrd="0" destOrd="0" presId="urn:microsoft.com/office/officeart/2005/8/layout/vList2"/>
    <dgm:cxn modelId="{0D85420B-0ED2-40D5-8A21-455D8EDA8807}" type="presParOf" srcId="{0FB33637-A7D7-491C-8651-9ED534AFB9BB}" destId="{FA9289FF-5273-4558-8727-9B1859EB2FCD}" srcOrd="1" destOrd="0" presId="urn:microsoft.com/office/officeart/2005/8/layout/vList2"/>
    <dgm:cxn modelId="{4A3D7CBC-1F5E-45AF-BB75-2D6F94417534}" type="presParOf" srcId="{0FB33637-A7D7-491C-8651-9ED534AFB9BB}" destId="{BA213844-CCA0-4614-913F-4D809F0EA513}" srcOrd="2" destOrd="0" presId="urn:microsoft.com/office/officeart/2005/8/layout/vList2"/>
    <dgm:cxn modelId="{CE3FC380-7BEC-4089-A664-AED15C84D07C}" type="presParOf" srcId="{0FB33637-A7D7-491C-8651-9ED534AFB9BB}" destId="{6B9D23DC-607C-43F4-9A5E-AD652D991F30}" srcOrd="3" destOrd="0" presId="urn:microsoft.com/office/officeart/2005/8/layout/vList2"/>
    <dgm:cxn modelId="{64E1CDA7-B987-4568-AB6D-8C67271770F6}" type="presParOf" srcId="{0FB33637-A7D7-491C-8651-9ED534AFB9BB}" destId="{BA2C5208-5E52-4774-80EE-02F9DFC6BBBB}" srcOrd="4" destOrd="0" presId="urn:microsoft.com/office/officeart/2005/8/layout/vList2"/>
    <dgm:cxn modelId="{003C1A4A-FB10-486A-8B2E-78472B25E46C}" type="presParOf" srcId="{0FB33637-A7D7-491C-8651-9ED534AFB9BB}" destId="{27349D17-C429-4F4D-BF5B-F331E6A25E65}" srcOrd="5" destOrd="0" presId="urn:microsoft.com/office/officeart/2005/8/layout/vList2"/>
    <dgm:cxn modelId="{741B7419-2FB0-45E2-9DEE-987A51875235}" type="presParOf" srcId="{0FB33637-A7D7-491C-8651-9ED534AFB9BB}" destId="{D85D94CE-FD2D-4048-8E6F-464C9895D6E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FDF919-953A-4E92-97F4-102655E1465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9B5084B-7310-478F-8BB0-73A9C43681EE}">
      <dgm:prSet/>
      <dgm:spPr/>
      <dgm:t>
        <a:bodyPr/>
        <a:lstStyle/>
        <a:p>
          <a:r>
            <a:rPr lang="en-US"/>
            <a:t>Storage is cheap</a:t>
          </a:r>
        </a:p>
      </dgm:t>
    </dgm:pt>
    <dgm:pt modelId="{833FAD47-8D85-41E8-86F7-F622A748CBD3}" type="parTrans" cxnId="{F509AAF2-4719-4622-BF53-85D6A596A6B8}">
      <dgm:prSet/>
      <dgm:spPr/>
      <dgm:t>
        <a:bodyPr/>
        <a:lstStyle/>
        <a:p>
          <a:endParaRPr lang="en-US"/>
        </a:p>
      </dgm:t>
    </dgm:pt>
    <dgm:pt modelId="{DE2FC57D-B6E3-4F5F-976C-FD862119EDDE}" type="sibTrans" cxnId="{F509AAF2-4719-4622-BF53-85D6A596A6B8}">
      <dgm:prSet/>
      <dgm:spPr/>
      <dgm:t>
        <a:bodyPr/>
        <a:lstStyle/>
        <a:p>
          <a:endParaRPr lang="en-US"/>
        </a:p>
      </dgm:t>
    </dgm:pt>
    <dgm:pt modelId="{17C7AD1D-6DED-47A2-9F3F-CE69CB8EC3F5}">
      <dgm:prSet/>
      <dgm:spPr/>
      <dgm:t>
        <a:bodyPr/>
        <a:lstStyle/>
        <a:p>
          <a:r>
            <a:rPr lang="en-US"/>
            <a:t>People are exchanging information freely</a:t>
          </a:r>
        </a:p>
      </dgm:t>
    </dgm:pt>
    <dgm:pt modelId="{203773B1-1AB5-470A-8047-ADB39DAD8E33}" type="parTrans" cxnId="{32134070-A50E-4F1E-BA08-3831CE65C777}">
      <dgm:prSet/>
      <dgm:spPr/>
      <dgm:t>
        <a:bodyPr/>
        <a:lstStyle/>
        <a:p>
          <a:endParaRPr lang="en-US"/>
        </a:p>
      </dgm:t>
    </dgm:pt>
    <dgm:pt modelId="{5820D807-752A-4F57-A269-BDBF3D2C01CB}" type="sibTrans" cxnId="{32134070-A50E-4F1E-BA08-3831CE65C777}">
      <dgm:prSet/>
      <dgm:spPr/>
      <dgm:t>
        <a:bodyPr/>
        <a:lstStyle/>
        <a:p>
          <a:endParaRPr lang="en-US"/>
        </a:p>
      </dgm:t>
    </dgm:pt>
    <dgm:pt modelId="{B51AD07A-6A35-44A8-A12E-B064B0D26559}" type="pres">
      <dgm:prSet presAssocID="{86FDF919-953A-4E92-97F4-102655E1465D}" presName="linear" presStyleCnt="0">
        <dgm:presLayoutVars>
          <dgm:animLvl val="lvl"/>
          <dgm:resizeHandles val="exact"/>
        </dgm:presLayoutVars>
      </dgm:prSet>
      <dgm:spPr/>
    </dgm:pt>
    <dgm:pt modelId="{443120D9-42DC-4158-8ABF-0F7DE4A075D3}" type="pres">
      <dgm:prSet presAssocID="{59B5084B-7310-478F-8BB0-73A9C43681E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C636E59-C266-407A-BD2B-E3BF4A28F6DA}" type="pres">
      <dgm:prSet presAssocID="{DE2FC57D-B6E3-4F5F-976C-FD862119EDDE}" presName="spacer" presStyleCnt="0"/>
      <dgm:spPr/>
    </dgm:pt>
    <dgm:pt modelId="{CB0A03C7-8925-4B38-90A8-4C5DBFA7BFD7}" type="pres">
      <dgm:prSet presAssocID="{17C7AD1D-6DED-47A2-9F3F-CE69CB8EC3F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65FD621-46C7-46E8-B332-5AA30F6E9DCF}" type="presOf" srcId="{17C7AD1D-6DED-47A2-9F3F-CE69CB8EC3F5}" destId="{CB0A03C7-8925-4B38-90A8-4C5DBFA7BFD7}" srcOrd="0" destOrd="0" presId="urn:microsoft.com/office/officeart/2005/8/layout/vList2"/>
    <dgm:cxn modelId="{4F46C12E-7550-4108-B071-27BB897697FA}" type="presOf" srcId="{86FDF919-953A-4E92-97F4-102655E1465D}" destId="{B51AD07A-6A35-44A8-A12E-B064B0D26559}" srcOrd="0" destOrd="0" presId="urn:microsoft.com/office/officeart/2005/8/layout/vList2"/>
    <dgm:cxn modelId="{32134070-A50E-4F1E-BA08-3831CE65C777}" srcId="{86FDF919-953A-4E92-97F4-102655E1465D}" destId="{17C7AD1D-6DED-47A2-9F3F-CE69CB8EC3F5}" srcOrd="1" destOrd="0" parTransId="{203773B1-1AB5-470A-8047-ADB39DAD8E33}" sibTransId="{5820D807-752A-4F57-A269-BDBF3D2C01CB}"/>
    <dgm:cxn modelId="{717E75DD-C0A3-44D3-B6F7-17D712B7F189}" type="presOf" srcId="{59B5084B-7310-478F-8BB0-73A9C43681EE}" destId="{443120D9-42DC-4158-8ABF-0F7DE4A075D3}" srcOrd="0" destOrd="0" presId="urn:microsoft.com/office/officeart/2005/8/layout/vList2"/>
    <dgm:cxn modelId="{F509AAF2-4719-4622-BF53-85D6A596A6B8}" srcId="{86FDF919-953A-4E92-97F4-102655E1465D}" destId="{59B5084B-7310-478F-8BB0-73A9C43681EE}" srcOrd="0" destOrd="0" parTransId="{833FAD47-8D85-41E8-86F7-F622A748CBD3}" sibTransId="{DE2FC57D-B6E3-4F5F-976C-FD862119EDDE}"/>
    <dgm:cxn modelId="{F80E7850-5B31-4686-A74A-B9C9C1200DDA}" type="presParOf" srcId="{B51AD07A-6A35-44A8-A12E-B064B0D26559}" destId="{443120D9-42DC-4158-8ABF-0F7DE4A075D3}" srcOrd="0" destOrd="0" presId="urn:microsoft.com/office/officeart/2005/8/layout/vList2"/>
    <dgm:cxn modelId="{CB52361D-D252-43DC-A3B1-734202633792}" type="presParOf" srcId="{B51AD07A-6A35-44A8-A12E-B064B0D26559}" destId="{AC636E59-C266-407A-BD2B-E3BF4A28F6DA}" srcOrd="1" destOrd="0" presId="urn:microsoft.com/office/officeart/2005/8/layout/vList2"/>
    <dgm:cxn modelId="{EB4D5926-2437-4AD7-B94D-B5D0B2F25A51}" type="presParOf" srcId="{B51AD07A-6A35-44A8-A12E-B064B0D26559}" destId="{CB0A03C7-8925-4B38-90A8-4C5DBFA7BFD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C64F15-2D09-4401-9C23-1A7646C314A8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D9151AE-0A76-489D-AC16-0E19A26408C4}">
      <dgm:prSet/>
      <dgm:spPr/>
      <dgm:t>
        <a:bodyPr/>
        <a:lstStyle/>
        <a:p>
          <a:r>
            <a:rPr lang="en-US"/>
            <a:t>From the existing data we want to discover patterns and meaning.</a:t>
          </a:r>
        </a:p>
      </dgm:t>
    </dgm:pt>
    <dgm:pt modelId="{AE131A2C-877C-40D7-9ED2-39ECD7E2A334}" type="parTrans" cxnId="{027D6C37-858B-4EED-AA62-587A71547137}">
      <dgm:prSet/>
      <dgm:spPr/>
      <dgm:t>
        <a:bodyPr/>
        <a:lstStyle/>
        <a:p>
          <a:endParaRPr lang="en-US"/>
        </a:p>
      </dgm:t>
    </dgm:pt>
    <dgm:pt modelId="{F9266A64-D4DE-42CF-A3F9-83EA1989C068}" type="sibTrans" cxnId="{027D6C37-858B-4EED-AA62-587A71547137}">
      <dgm:prSet/>
      <dgm:spPr/>
      <dgm:t>
        <a:bodyPr/>
        <a:lstStyle/>
        <a:p>
          <a:endParaRPr lang="en-US"/>
        </a:p>
      </dgm:t>
    </dgm:pt>
    <dgm:pt modelId="{C4372E2A-AD84-403A-B722-6D1C7FDDD8DF}">
      <dgm:prSet/>
      <dgm:spPr/>
      <dgm:t>
        <a:bodyPr/>
        <a:lstStyle/>
        <a:p>
          <a:r>
            <a:rPr lang="en-US" b="1"/>
            <a:t>We use Machine Learning </a:t>
          </a:r>
          <a:endParaRPr lang="en-US"/>
        </a:p>
      </dgm:t>
    </dgm:pt>
    <dgm:pt modelId="{816FCF0D-2EE1-412C-8321-9486B93210D4}" type="parTrans" cxnId="{D3BAA953-11D3-4723-88BC-2B6FD7359790}">
      <dgm:prSet/>
      <dgm:spPr/>
      <dgm:t>
        <a:bodyPr/>
        <a:lstStyle/>
        <a:p>
          <a:endParaRPr lang="en-US"/>
        </a:p>
      </dgm:t>
    </dgm:pt>
    <dgm:pt modelId="{BF7993C2-665B-4EC6-8780-E5E7E6DB10F2}" type="sibTrans" cxnId="{D3BAA953-11D3-4723-88BC-2B6FD7359790}">
      <dgm:prSet/>
      <dgm:spPr/>
      <dgm:t>
        <a:bodyPr/>
        <a:lstStyle/>
        <a:p>
          <a:endParaRPr lang="en-US"/>
        </a:p>
      </dgm:t>
    </dgm:pt>
    <dgm:pt modelId="{317C31C0-6C65-42DA-9542-CC4289EAD55E}" type="pres">
      <dgm:prSet presAssocID="{44C64F15-2D09-4401-9C23-1A7646C314A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98347CB-A0F7-43AF-B62E-C1F8643357A4}" type="pres">
      <dgm:prSet presAssocID="{1D9151AE-0A76-489D-AC16-0E19A26408C4}" presName="root" presStyleCnt="0"/>
      <dgm:spPr/>
    </dgm:pt>
    <dgm:pt modelId="{BA6453E9-20B4-4057-94E3-89C47956C2EA}" type="pres">
      <dgm:prSet presAssocID="{1D9151AE-0A76-489D-AC16-0E19A26408C4}" presName="rootComposite" presStyleCnt="0"/>
      <dgm:spPr/>
    </dgm:pt>
    <dgm:pt modelId="{D40F67D9-83A2-434C-8129-8957FDF0ECBC}" type="pres">
      <dgm:prSet presAssocID="{1D9151AE-0A76-489D-AC16-0E19A26408C4}" presName="rootText" presStyleLbl="node1" presStyleIdx="0" presStyleCnt="2"/>
      <dgm:spPr/>
    </dgm:pt>
    <dgm:pt modelId="{CF2DD5B9-65CE-41F7-93CD-E1457031DE94}" type="pres">
      <dgm:prSet presAssocID="{1D9151AE-0A76-489D-AC16-0E19A26408C4}" presName="rootConnector" presStyleLbl="node1" presStyleIdx="0" presStyleCnt="2"/>
      <dgm:spPr/>
    </dgm:pt>
    <dgm:pt modelId="{E3E4D5C9-90CB-44E1-A4CB-78D78FFF3EF7}" type="pres">
      <dgm:prSet presAssocID="{1D9151AE-0A76-489D-AC16-0E19A26408C4}" presName="childShape" presStyleCnt="0"/>
      <dgm:spPr/>
    </dgm:pt>
    <dgm:pt modelId="{A6C10468-327E-4475-9847-BAED77DA899F}" type="pres">
      <dgm:prSet presAssocID="{C4372E2A-AD84-403A-B722-6D1C7FDDD8DF}" presName="root" presStyleCnt="0"/>
      <dgm:spPr/>
    </dgm:pt>
    <dgm:pt modelId="{F969C5C7-F26B-4D43-BE13-E727A0510FE1}" type="pres">
      <dgm:prSet presAssocID="{C4372E2A-AD84-403A-B722-6D1C7FDDD8DF}" presName="rootComposite" presStyleCnt="0"/>
      <dgm:spPr/>
    </dgm:pt>
    <dgm:pt modelId="{21DCE57C-FE73-40BD-A26E-98268C9AAD2A}" type="pres">
      <dgm:prSet presAssocID="{C4372E2A-AD84-403A-B722-6D1C7FDDD8DF}" presName="rootText" presStyleLbl="node1" presStyleIdx="1" presStyleCnt="2"/>
      <dgm:spPr/>
    </dgm:pt>
    <dgm:pt modelId="{9511104F-6D80-49E2-8CDF-E8BA379908F2}" type="pres">
      <dgm:prSet presAssocID="{C4372E2A-AD84-403A-B722-6D1C7FDDD8DF}" presName="rootConnector" presStyleLbl="node1" presStyleIdx="1" presStyleCnt="2"/>
      <dgm:spPr/>
    </dgm:pt>
    <dgm:pt modelId="{C2C01EF8-33D5-4073-84A6-0CDF30982188}" type="pres">
      <dgm:prSet presAssocID="{C4372E2A-AD84-403A-B722-6D1C7FDDD8DF}" presName="childShape" presStyleCnt="0"/>
      <dgm:spPr/>
    </dgm:pt>
  </dgm:ptLst>
  <dgm:cxnLst>
    <dgm:cxn modelId="{A0351F24-5949-4AD1-AA02-54A3BFCCD307}" type="presOf" srcId="{C4372E2A-AD84-403A-B722-6D1C7FDDD8DF}" destId="{21DCE57C-FE73-40BD-A26E-98268C9AAD2A}" srcOrd="0" destOrd="0" presId="urn:microsoft.com/office/officeart/2005/8/layout/hierarchy3"/>
    <dgm:cxn modelId="{5A58282B-5FED-49B3-8AB3-DBF5A9C038B4}" type="presOf" srcId="{1D9151AE-0A76-489D-AC16-0E19A26408C4}" destId="{D40F67D9-83A2-434C-8129-8957FDF0ECBC}" srcOrd="0" destOrd="0" presId="urn:microsoft.com/office/officeart/2005/8/layout/hierarchy3"/>
    <dgm:cxn modelId="{027D6C37-858B-4EED-AA62-587A71547137}" srcId="{44C64F15-2D09-4401-9C23-1A7646C314A8}" destId="{1D9151AE-0A76-489D-AC16-0E19A26408C4}" srcOrd="0" destOrd="0" parTransId="{AE131A2C-877C-40D7-9ED2-39ECD7E2A334}" sibTransId="{F9266A64-D4DE-42CF-A3F9-83EA1989C068}"/>
    <dgm:cxn modelId="{B1BE9563-9282-4E17-8DD1-54826155197B}" type="presOf" srcId="{C4372E2A-AD84-403A-B722-6D1C7FDDD8DF}" destId="{9511104F-6D80-49E2-8CDF-E8BA379908F2}" srcOrd="1" destOrd="0" presId="urn:microsoft.com/office/officeart/2005/8/layout/hierarchy3"/>
    <dgm:cxn modelId="{D3BAA953-11D3-4723-88BC-2B6FD7359790}" srcId="{44C64F15-2D09-4401-9C23-1A7646C314A8}" destId="{C4372E2A-AD84-403A-B722-6D1C7FDDD8DF}" srcOrd="1" destOrd="0" parTransId="{816FCF0D-2EE1-412C-8321-9486B93210D4}" sibTransId="{BF7993C2-665B-4EC6-8780-E5E7E6DB10F2}"/>
    <dgm:cxn modelId="{B5D1457C-2D31-4355-A671-4007466FA5D2}" type="presOf" srcId="{1D9151AE-0A76-489D-AC16-0E19A26408C4}" destId="{CF2DD5B9-65CE-41F7-93CD-E1457031DE94}" srcOrd="1" destOrd="0" presId="urn:microsoft.com/office/officeart/2005/8/layout/hierarchy3"/>
    <dgm:cxn modelId="{12FE65E7-87E1-40BE-9156-3DD4CED58C37}" type="presOf" srcId="{44C64F15-2D09-4401-9C23-1A7646C314A8}" destId="{317C31C0-6C65-42DA-9542-CC4289EAD55E}" srcOrd="0" destOrd="0" presId="urn:microsoft.com/office/officeart/2005/8/layout/hierarchy3"/>
    <dgm:cxn modelId="{6C8F0AAA-B4C5-4223-9441-680B6A1A78F4}" type="presParOf" srcId="{317C31C0-6C65-42DA-9542-CC4289EAD55E}" destId="{898347CB-A0F7-43AF-B62E-C1F8643357A4}" srcOrd="0" destOrd="0" presId="urn:microsoft.com/office/officeart/2005/8/layout/hierarchy3"/>
    <dgm:cxn modelId="{3AF097D2-AA15-4339-AF29-C64EE35000B3}" type="presParOf" srcId="{898347CB-A0F7-43AF-B62E-C1F8643357A4}" destId="{BA6453E9-20B4-4057-94E3-89C47956C2EA}" srcOrd="0" destOrd="0" presId="urn:microsoft.com/office/officeart/2005/8/layout/hierarchy3"/>
    <dgm:cxn modelId="{A582AEFD-9E5E-41A0-A413-490EED551251}" type="presParOf" srcId="{BA6453E9-20B4-4057-94E3-89C47956C2EA}" destId="{D40F67D9-83A2-434C-8129-8957FDF0ECBC}" srcOrd="0" destOrd="0" presId="urn:microsoft.com/office/officeart/2005/8/layout/hierarchy3"/>
    <dgm:cxn modelId="{3B39F952-68A7-4E57-9CD2-7D15A7AAC844}" type="presParOf" srcId="{BA6453E9-20B4-4057-94E3-89C47956C2EA}" destId="{CF2DD5B9-65CE-41F7-93CD-E1457031DE94}" srcOrd="1" destOrd="0" presId="urn:microsoft.com/office/officeart/2005/8/layout/hierarchy3"/>
    <dgm:cxn modelId="{A5B76F91-A23F-466D-9D9D-E5F0281CC8F7}" type="presParOf" srcId="{898347CB-A0F7-43AF-B62E-C1F8643357A4}" destId="{E3E4D5C9-90CB-44E1-A4CB-78D78FFF3EF7}" srcOrd="1" destOrd="0" presId="urn:microsoft.com/office/officeart/2005/8/layout/hierarchy3"/>
    <dgm:cxn modelId="{31F80D0E-D7D5-4682-8E48-96C293C42E11}" type="presParOf" srcId="{317C31C0-6C65-42DA-9542-CC4289EAD55E}" destId="{A6C10468-327E-4475-9847-BAED77DA899F}" srcOrd="1" destOrd="0" presId="urn:microsoft.com/office/officeart/2005/8/layout/hierarchy3"/>
    <dgm:cxn modelId="{FC74D847-FA5D-4B8A-BBF0-A026ADF8403A}" type="presParOf" srcId="{A6C10468-327E-4475-9847-BAED77DA899F}" destId="{F969C5C7-F26B-4D43-BE13-E727A0510FE1}" srcOrd="0" destOrd="0" presId="urn:microsoft.com/office/officeart/2005/8/layout/hierarchy3"/>
    <dgm:cxn modelId="{0EAE387F-9949-4114-8AAC-B6061C485914}" type="presParOf" srcId="{F969C5C7-F26B-4D43-BE13-E727A0510FE1}" destId="{21DCE57C-FE73-40BD-A26E-98268C9AAD2A}" srcOrd="0" destOrd="0" presId="urn:microsoft.com/office/officeart/2005/8/layout/hierarchy3"/>
    <dgm:cxn modelId="{61663198-0202-4503-9145-69241A489DD2}" type="presParOf" srcId="{F969C5C7-F26B-4D43-BE13-E727A0510FE1}" destId="{9511104F-6D80-49E2-8CDF-E8BA379908F2}" srcOrd="1" destOrd="0" presId="urn:microsoft.com/office/officeart/2005/8/layout/hierarchy3"/>
    <dgm:cxn modelId="{FDF4E395-CEAA-4BE4-B79C-9D1D6D9B03F9}" type="presParOf" srcId="{A6C10468-327E-4475-9847-BAED77DA899F}" destId="{C2C01EF8-33D5-4073-84A6-0CDF30982188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98F85D-4AC0-484B-A1CC-3C70C3C150C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D611600-3574-4A76-8D12-61C01C4E62CC}">
      <dgm:prSet/>
      <dgm:spPr/>
      <dgm:t>
        <a:bodyPr/>
        <a:lstStyle/>
        <a:p>
          <a:r>
            <a:rPr lang="en-US"/>
            <a:t>Supervised learning – we are given the input as well as the target value for each input.</a:t>
          </a:r>
        </a:p>
      </dgm:t>
    </dgm:pt>
    <dgm:pt modelId="{09CF007A-016F-4671-AF58-8DBE7899931F}" type="parTrans" cxnId="{91893E21-9769-47C7-A081-534341F4B3A7}">
      <dgm:prSet/>
      <dgm:spPr/>
      <dgm:t>
        <a:bodyPr/>
        <a:lstStyle/>
        <a:p>
          <a:endParaRPr lang="en-US"/>
        </a:p>
      </dgm:t>
    </dgm:pt>
    <dgm:pt modelId="{7AE55486-CFBE-4A14-B1F4-564E56C7ED41}" type="sibTrans" cxnId="{91893E21-9769-47C7-A081-534341F4B3A7}">
      <dgm:prSet/>
      <dgm:spPr/>
      <dgm:t>
        <a:bodyPr/>
        <a:lstStyle/>
        <a:p>
          <a:endParaRPr lang="en-US"/>
        </a:p>
      </dgm:t>
    </dgm:pt>
    <dgm:pt modelId="{E7CDB208-4661-46FE-B46C-2248704A66C2}">
      <dgm:prSet/>
      <dgm:spPr/>
      <dgm:t>
        <a:bodyPr/>
        <a:lstStyle/>
        <a:p>
          <a:r>
            <a:rPr lang="en-US"/>
            <a:t>Unsupervised learning – there is no target, we let the model determine the pattern.</a:t>
          </a:r>
        </a:p>
      </dgm:t>
    </dgm:pt>
    <dgm:pt modelId="{1AAB9807-1D43-4626-999B-E1CECCCFC3F2}" type="parTrans" cxnId="{18EE4D1B-5DA0-4161-806A-985E034A894F}">
      <dgm:prSet/>
      <dgm:spPr/>
      <dgm:t>
        <a:bodyPr/>
        <a:lstStyle/>
        <a:p>
          <a:endParaRPr lang="en-US"/>
        </a:p>
      </dgm:t>
    </dgm:pt>
    <dgm:pt modelId="{B5247660-0F4A-443E-9C12-1636481579CF}" type="sibTrans" cxnId="{18EE4D1B-5DA0-4161-806A-985E034A894F}">
      <dgm:prSet/>
      <dgm:spPr/>
      <dgm:t>
        <a:bodyPr/>
        <a:lstStyle/>
        <a:p>
          <a:endParaRPr lang="en-US"/>
        </a:p>
      </dgm:t>
    </dgm:pt>
    <dgm:pt modelId="{D2B40C02-64B2-40D3-B212-F7300F17CB16}">
      <dgm:prSet/>
      <dgm:spPr/>
      <dgm:t>
        <a:bodyPr/>
        <a:lstStyle/>
        <a:p>
          <a:r>
            <a:rPr lang="en-US"/>
            <a:t>Reinforcement learning – is a semi-supervised learning. </a:t>
          </a:r>
        </a:p>
      </dgm:t>
    </dgm:pt>
    <dgm:pt modelId="{FDFBBAAB-0C46-4B82-A2E2-03F94A388403}" type="parTrans" cxnId="{43E1453D-4FB4-40BC-96FC-5C9BD284DF8A}">
      <dgm:prSet/>
      <dgm:spPr/>
      <dgm:t>
        <a:bodyPr/>
        <a:lstStyle/>
        <a:p>
          <a:endParaRPr lang="en-US"/>
        </a:p>
      </dgm:t>
    </dgm:pt>
    <dgm:pt modelId="{FBD5DAB8-B1D3-48FF-861C-5BDE197D6556}" type="sibTrans" cxnId="{43E1453D-4FB4-40BC-96FC-5C9BD284DF8A}">
      <dgm:prSet/>
      <dgm:spPr/>
      <dgm:t>
        <a:bodyPr/>
        <a:lstStyle/>
        <a:p>
          <a:endParaRPr lang="en-US"/>
        </a:p>
      </dgm:t>
    </dgm:pt>
    <dgm:pt modelId="{000946D8-5AFE-4D52-8AD7-C4CD0C357B4E}" type="pres">
      <dgm:prSet presAssocID="{6198F85D-4AC0-484B-A1CC-3C70C3C150CF}" presName="linear" presStyleCnt="0">
        <dgm:presLayoutVars>
          <dgm:animLvl val="lvl"/>
          <dgm:resizeHandles val="exact"/>
        </dgm:presLayoutVars>
      </dgm:prSet>
      <dgm:spPr/>
    </dgm:pt>
    <dgm:pt modelId="{492F86FA-C97C-4AAE-ACA7-615C7A7BA87C}" type="pres">
      <dgm:prSet presAssocID="{2D611600-3574-4A76-8D12-61C01C4E62C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7BA3563-C6F0-4E1A-B0F3-79E1404F3834}" type="pres">
      <dgm:prSet presAssocID="{7AE55486-CFBE-4A14-B1F4-564E56C7ED41}" presName="spacer" presStyleCnt="0"/>
      <dgm:spPr/>
    </dgm:pt>
    <dgm:pt modelId="{708E84EF-4DD1-4F1A-A996-43CDC196B712}" type="pres">
      <dgm:prSet presAssocID="{E7CDB208-4661-46FE-B46C-2248704A66C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E8B8ED8-0055-4502-BF88-F0DF7ABAD434}" type="pres">
      <dgm:prSet presAssocID="{B5247660-0F4A-443E-9C12-1636481579CF}" presName="spacer" presStyleCnt="0"/>
      <dgm:spPr/>
    </dgm:pt>
    <dgm:pt modelId="{579A318B-1C61-4FEB-B098-CF09D94B30C0}" type="pres">
      <dgm:prSet presAssocID="{D2B40C02-64B2-40D3-B212-F7300F17CB1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8EE4D1B-5DA0-4161-806A-985E034A894F}" srcId="{6198F85D-4AC0-484B-A1CC-3C70C3C150CF}" destId="{E7CDB208-4661-46FE-B46C-2248704A66C2}" srcOrd="1" destOrd="0" parTransId="{1AAB9807-1D43-4626-999B-E1CECCCFC3F2}" sibTransId="{B5247660-0F4A-443E-9C12-1636481579CF}"/>
    <dgm:cxn modelId="{91893E21-9769-47C7-A081-534341F4B3A7}" srcId="{6198F85D-4AC0-484B-A1CC-3C70C3C150CF}" destId="{2D611600-3574-4A76-8D12-61C01C4E62CC}" srcOrd="0" destOrd="0" parTransId="{09CF007A-016F-4671-AF58-8DBE7899931F}" sibTransId="{7AE55486-CFBE-4A14-B1F4-564E56C7ED41}"/>
    <dgm:cxn modelId="{18B34932-FBD3-4072-B2ED-926B3F552709}" type="presOf" srcId="{D2B40C02-64B2-40D3-B212-F7300F17CB16}" destId="{579A318B-1C61-4FEB-B098-CF09D94B30C0}" srcOrd="0" destOrd="0" presId="urn:microsoft.com/office/officeart/2005/8/layout/vList2"/>
    <dgm:cxn modelId="{43E1453D-4FB4-40BC-96FC-5C9BD284DF8A}" srcId="{6198F85D-4AC0-484B-A1CC-3C70C3C150CF}" destId="{D2B40C02-64B2-40D3-B212-F7300F17CB16}" srcOrd="2" destOrd="0" parTransId="{FDFBBAAB-0C46-4B82-A2E2-03F94A388403}" sibTransId="{FBD5DAB8-B1D3-48FF-861C-5BDE197D6556}"/>
    <dgm:cxn modelId="{8290DB7E-B40E-44B1-8193-56592BBE62DE}" type="presOf" srcId="{6198F85D-4AC0-484B-A1CC-3C70C3C150CF}" destId="{000946D8-5AFE-4D52-8AD7-C4CD0C357B4E}" srcOrd="0" destOrd="0" presId="urn:microsoft.com/office/officeart/2005/8/layout/vList2"/>
    <dgm:cxn modelId="{7C995F84-E5DF-4D7E-ADFC-3202B0F60F21}" type="presOf" srcId="{E7CDB208-4661-46FE-B46C-2248704A66C2}" destId="{708E84EF-4DD1-4F1A-A996-43CDC196B712}" srcOrd="0" destOrd="0" presId="urn:microsoft.com/office/officeart/2005/8/layout/vList2"/>
    <dgm:cxn modelId="{2210D3F4-2D12-49F5-81CE-C93395B64434}" type="presOf" srcId="{2D611600-3574-4A76-8D12-61C01C4E62CC}" destId="{492F86FA-C97C-4AAE-ACA7-615C7A7BA87C}" srcOrd="0" destOrd="0" presId="urn:microsoft.com/office/officeart/2005/8/layout/vList2"/>
    <dgm:cxn modelId="{D97504AF-FD30-4A17-8AE7-914A122408F6}" type="presParOf" srcId="{000946D8-5AFE-4D52-8AD7-C4CD0C357B4E}" destId="{492F86FA-C97C-4AAE-ACA7-615C7A7BA87C}" srcOrd="0" destOrd="0" presId="urn:microsoft.com/office/officeart/2005/8/layout/vList2"/>
    <dgm:cxn modelId="{0D128E2F-41AF-4D8B-8179-93FAF60A51DC}" type="presParOf" srcId="{000946D8-5AFE-4D52-8AD7-C4CD0C357B4E}" destId="{A7BA3563-C6F0-4E1A-B0F3-79E1404F3834}" srcOrd="1" destOrd="0" presId="urn:microsoft.com/office/officeart/2005/8/layout/vList2"/>
    <dgm:cxn modelId="{BB5DA5DE-0509-4722-8ADC-B58C63A1A631}" type="presParOf" srcId="{000946D8-5AFE-4D52-8AD7-C4CD0C357B4E}" destId="{708E84EF-4DD1-4F1A-A996-43CDC196B712}" srcOrd="2" destOrd="0" presId="urn:microsoft.com/office/officeart/2005/8/layout/vList2"/>
    <dgm:cxn modelId="{D6078D3F-1916-45CF-90E2-C1AD987DFA9C}" type="presParOf" srcId="{000946D8-5AFE-4D52-8AD7-C4CD0C357B4E}" destId="{EE8B8ED8-0055-4502-BF88-F0DF7ABAD434}" srcOrd="3" destOrd="0" presId="urn:microsoft.com/office/officeart/2005/8/layout/vList2"/>
    <dgm:cxn modelId="{4A989563-E068-4554-8339-D1991367A30E}" type="presParOf" srcId="{000946D8-5AFE-4D52-8AD7-C4CD0C357B4E}" destId="{579A318B-1C61-4FEB-B098-CF09D94B30C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2773DF-90CB-4A1E-8BC6-2E3B0C53C96F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8965643-9B76-4C1E-A1A2-0F94E40F4C2C}">
      <dgm:prSet/>
      <dgm:spPr/>
      <dgm:t>
        <a:bodyPr/>
        <a:lstStyle/>
        <a:p>
          <a:r>
            <a:rPr lang="en-US"/>
            <a:t>Apart from understanding the techniques, one has to know how to clean-up and prepare data to run a specific algorithm. </a:t>
          </a:r>
        </a:p>
      </dgm:t>
    </dgm:pt>
    <dgm:pt modelId="{EAECB64A-2353-4F49-9F5B-CF009D07B398}" type="parTrans" cxnId="{CD2FD4C8-9E0F-4036-92D4-7B06E6C802A8}">
      <dgm:prSet/>
      <dgm:spPr/>
      <dgm:t>
        <a:bodyPr/>
        <a:lstStyle/>
        <a:p>
          <a:endParaRPr lang="en-US"/>
        </a:p>
      </dgm:t>
    </dgm:pt>
    <dgm:pt modelId="{996F1B0A-6B2A-4D4D-BE47-659C9D65B687}" type="sibTrans" cxnId="{CD2FD4C8-9E0F-4036-92D4-7B06E6C802A8}">
      <dgm:prSet/>
      <dgm:spPr/>
      <dgm:t>
        <a:bodyPr/>
        <a:lstStyle/>
        <a:p>
          <a:endParaRPr lang="en-US"/>
        </a:p>
      </dgm:t>
    </dgm:pt>
    <dgm:pt modelId="{3BFA5BC7-6E12-4C12-8F9E-817E47605D96}">
      <dgm:prSet/>
      <dgm:spPr/>
      <dgm:t>
        <a:bodyPr/>
        <a:lstStyle/>
        <a:p>
          <a:r>
            <a:rPr lang="en-US"/>
            <a:t>Numpy – is used for numerical computing, i.e. matrix manipulation. </a:t>
          </a:r>
        </a:p>
      </dgm:t>
    </dgm:pt>
    <dgm:pt modelId="{056BD234-14C3-41F8-9103-C1DDC5E94D17}" type="parTrans" cxnId="{69E5775F-B2EB-4BD5-AD35-67B8A01DE2B5}">
      <dgm:prSet/>
      <dgm:spPr/>
      <dgm:t>
        <a:bodyPr/>
        <a:lstStyle/>
        <a:p>
          <a:endParaRPr lang="en-US"/>
        </a:p>
      </dgm:t>
    </dgm:pt>
    <dgm:pt modelId="{A913259F-E091-4501-8FDA-6BD74E13BC0C}" type="sibTrans" cxnId="{69E5775F-B2EB-4BD5-AD35-67B8A01DE2B5}">
      <dgm:prSet/>
      <dgm:spPr/>
      <dgm:t>
        <a:bodyPr/>
        <a:lstStyle/>
        <a:p>
          <a:endParaRPr lang="en-US"/>
        </a:p>
      </dgm:t>
    </dgm:pt>
    <dgm:pt modelId="{5E18F81F-A3F9-4824-9FFB-6D478A35498F}">
      <dgm:prSet/>
      <dgm:spPr/>
      <dgm:t>
        <a:bodyPr/>
        <a:lstStyle/>
        <a:p>
          <a:r>
            <a:rPr lang="en-US"/>
            <a:t>Pandas – is used to clean-up and prepare data.</a:t>
          </a:r>
        </a:p>
      </dgm:t>
    </dgm:pt>
    <dgm:pt modelId="{7CE0376A-D4AC-46FE-9352-E38BBF48223A}" type="parTrans" cxnId="{B39CF7DF-ECA7-4E91-8A42-582E2AF1979A}">
      <dgm:prSet/>
      <dgm:spPr/>
      <dgm:t>
        <a:bodyPr/>
        <a:lstStyle/>
        <a:p>
          <a:endParaRPr lang="en-US"/>
        </a:p>
      </dgm:t>
    </dgm:pt>
    <dgm:pt modelId="{EBF645B1-B853-4DE8-BE9E-F86B3187E4D2}" type="sibTrans" cxnId="{B39CF7DF-ECA7-4E91-8A42-582E2AF1979A}">
      <dgm:prSet/>
      <dgm:spPr/>
      <dgm:t>
        <a:bodyPr/>
        <a:lstStyle/>
        <a:p>
          <a:endParaRPr lang="en-US"/>
        </a:p>
      </dgm:t>
    </dgm:pt>
    <dgm:pt modelId="{8B4DCEE1-8146-40FC-B273-954ED01C9D9E}">
      <dgm:prSet/>
      <dgm:spPr/>
      <dgm:t>
        <a:bodyPr/>
        <a:lstStyle/>
        <a:p>
          <a:r>
            <a:rPr lang="en-US"/>
            <a:t>Scikit learn – is used to run an algorithm on a specific data. </a:t>
          </a:r>
        </a:p>
      </dgm:t>
    </dgm:pt>
    <dgm:pt modelId="{4593EB42-1C0C-46B4-A141-4B1396EC64E8}" type="parTrans" cxnId="{497E92A0-9A5A-4554-A6D6-0C0710BA4B1D}">
      <dgm:prSet/>
      <dgm:spPr/>
      <dgm:t>
        <a:bodyPr/>
        <a:lstStyle/>
        <a:p>
          <a:endParaRPr lang="en-US"/>
        </a:p>
      </dgm:t>
    </dgm:pt>
    <dgm:pt modelId="{5518B0B5-9C0B-445F-A1FE-900009858F12}" type="sibTrans" cxnId="{497E92A0-9A5A-4554-A6D6-0C0710BA4B1D}">
      <dgm:prSet/>
      <dgm:spPr/>
      <dgm:t>
        <a:bodyPr/>
        <a:lstStyle/>
        <a:p>
          <a:endParaRPr lang="en-US"/>
        </a:p>
      </dgm:t>
    </dgm:pt>
    <dgm:pt modelId="{D7FB8E25-FB1F-4B36-A63E-0D1DAC75F214}">
      <dgm:prSet/>
      <dgm:spPr/>
      <dgm:t>
        <a:bodyPr/>
        <a:lstStyle/>
        <a:p>
          <a:r>
            <a:rPr lang="en-US"/>
            <a:t>Additional fields – Statistics, Probability and Linear Algebra. </a:t>
          </a:r>
        </a:p>
      </dgm:t>
    </dgm:pt>
    <dgm:pt modelId="{B0E5D7EE-96DE-4706-B5F4-8D692BB3B065}" type="parTrans" cxnId="{E858E1E2-46F4-4404-94A1-E8B7E3110BC6}">
      <dgm:prSet/>
      <dgm:spPr/>
      <dgm:t>
        <a:bodyPr/>
        <a:lstStyle/>
        <a:p>
          <a:endParaRPr lang="en-US"/>
        </a:p>
      </dgm:t>
    </dgm:pt>
    <dgm:pt modelId="{232CB57A-49E9-4EDD-8627-BBEDE98C7F91}" type="sibTrans" cxnId="{E858E1E2-46F4-4404-94A1-E8B7E3110BC6}">
      <dgm:prSet/>
      <dgm:spPr/>
      <dgm:t>
        <a:bodyPr/>
        <a:lstStyle/>
        <a:p>
          <a:endParaRPr lang="en-US"/>
        </a:p>
      </dgm:t>
    </dgm:pt>
    <dgm:pt modelId="{A60FD353-C7A8-41FF-AFF1-A4249FC2C4B9}" type="pres">
      <dgm:prSet presAssocID="{752773DF-90CB-4A1E-8BC6-2E3B0C53C96F}" presName="linear" presStyleCnt="0">
        <dgm:presLayoutVars>
          <dgm:animLvl val="lvl"/>
          <dgm:resizeHandles val="exact"/>
        </dgm:presLayoutVars>
      </dgm:prSet>
      <dgm:spPr/>
    </dgm:pt>
    <dgm:pt modelId="{F1C47B39-6E12-42CF-9BF4-BDDD9D7A4717}" type="pres">
      <dgm:prSet presAssocID="{98965643-9B76-4C1E-A1A2-0F94E40F4C2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F74349F-94E8-42A4-A001-477C47C4B13F}" type="pres">
      <dgm:prSet presAssocID="{996F1B0A-6B2A-4D4D-BE47-659C9D65B687}" presName="spacer" presStyleCnt="0"/>
      <dgm:spPr/>
    </dgm:pt>
    <dgm:pt modelId="{C253C024-8851-4C84-B878-02912270BD0E}" type="pres">
      <dgm:prSet presAssocID="{3BFA5BC7-6E12-4C12-8F9E-817E47605D9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360F7D2-34B6-4CBF-96B7-F737C9DD6144}" type="pres">
      <dgm:prSet presAssocID="{A913259F-E091-4501-8FDA-6BD74E13BC0C}" presName="spacer" presStyleCnt="0"/>
      <dgm:spPr/>
    </dgm:pt>
    <dgm:pt modelId="{BCAA33BA-C129-4D2A-B4A9-0F19E03628DA}" type="pres">
      <dgm:prSet presAssocID="{5E18F81F-A3F9-4824-9FFB-6D478A35498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D424BE7-86C5-43B5-BFAE-794F7F95994F}" type="pres">
      <dgm:prSet presAssocID="{EBF645B1-B853-4DE8-BE9E-F86B3187E4D2}" presName="spacer" presStyleCnt="0"/>
      <dgm:spPr/>
    </dgm:pt>
    <dgm:pt modelId="{F3350670-7763-44C0-9B06-42168D908EB7}" type="pres">
      <dgm:prSet presAssocID="{8B4DCEE1-8146-40FC-B273-954ED01C9D9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FB9419D-EEDC-47AE-B883-30A873DAD37D}" type="pres">
      <dgm:prSet presAssocID="{5518B0B5-9C0B-445F-A1FE-900009858F12}" presName="spacer" presStyleCnt="0"/>
      <dgm:spPr/>
    </dgm:pt>
    <dgm:pt modelId="{E6F2868F-0D2F-4779-BBAC-D988A79DE5E6}" type="pres">
      <dgm:prSet presAssocID="{D7FB8E25-FB1F-4B36-A63E-0D1DAC75F21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DABD416-EF8D-4888-87D7-7F8DC8AA8F52}" type="presOf" srcId="{98965643-9B76-4C1E-A1A2-0F94E40F4C2C}" destId="{F1C47B39-6E12-42CF-9BF4-BDDD9D7A4717}" srcOrd="0" destOrd="0" presId="urn:microsoft.com/office/officeart/2005/8/layout/vList2"/>
    <dgm:cxn modelId="{2766091B-1C27-42EF-8F37-820A23F539E6}" type="presOf" srcId="{3BFA5BC7-6E12-4C12-8F9E-817E47605D96}" destId="{C253C024-8851-4C84-B878-02912270BD0E}" srcOrd="0" destOrd="0" presId="urn:microsoft.com/office/officeart/2005/8/layout/vList2"/>
    <dgm:cxn modelId="{BF1C802F-F81D-4299-AB06-BAF68D5A2B56}" type="presOf" srcId="{8B4DCEE1-8146-40FC-B273-954ED01C9D9E}" destId="{F3350670-7763-44C0-9B06-42168D908EB7}" srcOrd="0" destOrd="0" presId="urn:microsoft.com/office/officeart/2005/8/layout/vList2"/>
    <dgm:cxn modelId="{69E5775F-B2EB-4BD5-AD35-67B8A01DE2B5}" srcId="{752773DF-90CB-4A1E-8BC6-2E3B0C53C96F}" destId="{3BFA5BC7-6E12-4C12-8F9E-817E47605D96}" srcOrd="1" destOrd="0" parTransId="{056BD234-14C3-41F8-9103-C1DDC5E94D17}" sibTransId="{A913259F-E091-4501-8FDA-6BD74E13BC0C}"/>
    <dgm:cxn modelId="{B8FD9E61-F674-471B-863A-BBE8D22A9597}" type="presOf" srcId="{752773DF-90CB-4A1E-8BC6-2E3B0C53C96F}" destId="{A60FD353-C7A8-41FF-AFF1-A4249FC2C4B9}" srcOrd="0" destOrd="0" presId="urn:microsoft.com/office/officeart/2005/8/layout/vList2"/>
    <dgm:cxn modelId="{F7241D6C-D850-43E0-B552-256089C3FEEC}" type="presOf" srcId="{D7FB8E25-FB1F-4B36-A63E-0D1DAC75F214}" destId="{E6F2868F-0D2F-4779-BBAC-D988A79DE5E6}" srcOrd="0" destOrd="0" presId="urn:microsoft.com/office/officeart/2005/8/layout/vList2"/>
    <dgm:cxn modelId="{497E92A0-9A5A-4554-A6D6-0C0710BA4B1D}" srcId="{752773DF-90CB-4A1E-8BC6-2E3B0C53C96F}" destId="{8B4DCEE1-8146-40FC-B273-954ED01C9D9E}" srcOrd="3" destOrd="0" parTransId="{4593EB42-1C0C-46B4-A141-4B1396EC64E8}" sibTransId="{5518B0B5-9C0B-445F-A1FE-900009858F12}"/>
    <dgm:cxn modelId="{CD2FD4C8-9E0F-4036-92D4-7B06E6C802A8}" srcId="{752773DF-90CB-4A1E-8BC6-2E3B0C53C96F}" destId="{98965643-9B76-4C1E-A1A2-0F94E40F4C2C}" srcOrd="0" destOrd="0" parTransId="{EAECB64A-2353-4F49-9F5B-CF009D07B398}" sibTransId="{996F1B0A-6B2A-4D4D-BE47-659C9D65B687}"/>
    <dgm:cxn modelId="{B39CF7DF-ECA7-4E91-8A42-582E2AF1979A}" srcId="{752773DF-90CB-4A1E-8BC6-2E3B0C53C96F}" destId="{5E18F81F-A3F9-4824-9FFB-6D478A35498F}" srcOrd="2" destOrd="0" parTransId="{7CE0376A-D4AC-46FE-9352-E38BBF48223A}" sibTransId="{EBF645B1-B853-4DE8-BE9E-F86B3187E4D2}"/>
    <dgm:cxn modelId="{E858E1E2-46F4-4404-94A1-E8B7E3110BC6}" srcId="{752773DF-90CB-4A1E-8BC6-2E3B0C53C96F}" destId="{D7FB8E25-FB1F-4B36-A63E-0D1DAC75F214}" srcOrd="4" destOrd="0" parTransId="{B0E5D7EE-96DE-4706-B5F4-8D692BB3B065}" sibTransId="{232CB57A-49E9-4EDD-8627-BBEDE98C7F91}"/>
    <dgm:cxn modelId="{DD8647F1-426F-4A3A-90CC-B26D2214127A}" type="presOf" srcId="{5E18F81F-A3F9-4824-9FFB-6D478A35498F}" destId="{BCAA33BA-C129-4D2A-B4A9-0F19E03628DA}" srcOrd="0" destOrd="0" presId="urn:microsoft.com/office/officeart/2005/8/layout/vList2"/>
    <dgm:cxn modelId="{8B67BFDE-7957-4512-B68F-3FDC74A4E61A}" type="presParOf" srcId="{A60FD353-C7A8-41FF-AFF1-A4249FC2C4B9}" destId="{F1C47B39-6E12-42CF-9BF4-BDDD9D7A4717}" srcOrd="0" destOrd="0" presId="urn:microsoft.com/office/officeart/2005/8/layout/vList2"/>
    <dgm:cxn modelId="{8A9300A4-E537-4551-AF5D-968D007DD3BD}" type="presParOf" srcId="{A60FD353-C7A8-41FF-AFF1-A4249FC2C4B9}" destId="{DF74349F-94E8-42A4-A001-477C47C4B13F}" srcOrd="1" destOrd="0" presId="urn:microsoft.com/office/officeart/2005/8/layout/vList2"/>
    <dgm:cxn modelId="{056A57EE-2C89-4AD7-A1CA-DB6C226FBC99}" type="presParOf" srcId="{A60FD353-C7A8-41FF-AFF1-A4249FC2C4B9}" destId="{C253C024-8851-4C84-B878-02912270BD0E}" srcOrd="2" destOrd="0" presId="urn:microsoft.com/office/officeart/2005/8/layout/vList2"/>
    <dgm:cxn modelId="{0A664FD8-D4DD-432C-984B-A4A2E19D1500}" type="presParOf" srcId="{A60FD353-C7A8-41FF-AFF1-A4249FC2C4B9}" destId="{0360F7D2-34B6-4CBF-96B7-F737C9DD6144}" srcOrd="3" destOrd="0" presId="urn:microsoft.com/office/officeart/2005/8/layout/vList2"/>
    <dgm:cxn modelId="{6AAB354E-88F7-4D2F-81C5-D44A00C30581}" type="presParOf" srcId="{A60FD353-C7A8-41FF-AFF1-A4249FC2C4B9}" destId="{BCAA33BA-C129-4D2A-B4A9-0F19E03628DA}" srcOrd="4" destOrd="0" presId="urn:microsoft.com/office/officeart/2005/8/layout/vList2"/>
    <dgm:cxn modelId="{98A643DF-A5D8-498F-AACD-04C937B02A4A}" type="presParOf" srcId="{A60FD353-C7A8-41FF-AFF1-A4249FC2C4B9}" destId="{1D424BE7-86C5-43B5-BFAE-794F7F95994F}" srcOrd="5" destOrd="0" presId="urn:microsoft.com/office/officeart/2005/8/layout/vList2"/>
    <dgm:cxn modelId="{47C219E4-DF1D-4DEC-BC14-137EB5DDC852}" type="presParOf" srcId="{A60FD353-C7A8-41FF-AFF1-A4249FC2C4B9}" destId="{F3350670-7763-44C0-9B06-42168D908EB7}" srcOrd="6" destOrd="0" presId="urn:microsoft.com/office/officeart/2005/8/layout/vList2"/>
    <dgm:cxn modelId="{A3213A9E-049C-4C16-B3D8-1E85C453785A}" type="presParOf" srcId="{A60FD353-C7A8-41FF-AFF1-A4249FC2C4B9}" destId="{CFB9419D-EEDC-47AE-B883-30A873DAD37D}" srcOrd="7" destOrd="0" presId="urn:microsoft.com/office/officeart/2005/8/layout/vList2"/>
    <dgm:cxn modelId="{BAC1555D-C050-46DC-B2D3-5626E659CD31}" type="presParOf" srcId="{A60FD353-C7A8-41FF-AFF1-A4249FC2C4B9}" destId="{E6F2868F-0D2F-4779-BBAC-D988A79DE5E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8DCB5C-5B25-4DB3-AD40-E3664AB99E83}">
      <dsp:nvSpPr>
        <dsp:cNvPr id="0" name=""/>
        <dsp:cNvSpPr/>
      </dsp:nvSpPr>
      <dsp:spPr>
        <a:xfrm>
          <a:off x="0" y="546079"/>
          <a:ext cx="6666833" cy="10342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Machine Learning is a process of analyzing data so that future predictions can be made. </a:t>
          </a:r>
        </a:p>
      </dsp:txBody>
      <dsp:txXfrm>
        <a:off x="50489" y="596568"/>
        <a:ext cx="6565855" cy="933302"/>
      </dsp:txXfrm>
    </dsp:sp>
    <dsp:sp modelId="{BA213844-CCA0-4614-913F-4D809F0EA513}">
      <dsp:nvSpPr>
        <dsp:cNvPr id="0" name=""/>
        <dsp:cNvSpPr/>
      </dsp:nvSpPr>
      <dsp:spPr>
        <a:xfrm>
          <a:off x="0" y="1655240"/>
          <a:ext cx="6666833" cy="103428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Spam or no spam</a:t>
          </a:r>
        </a:p>
      </dsp:txBody>
      <dsp:txXfrm>
        <a:off x="50489" y="1705729"/>
        <a:ext cx="6565855" cy="933302"/>
      </dsp:txXfrm>
    </dsp:sp>
    <dsp:sp modelId="{BA2C5208-5E52-4774-80EE-02F9DFC6BBBB}">
      <dsp:nvSpPr>
        <dsp:cNvPr id="0" name=""/>
        <dsp:cNvSpPr/>
      </dsp:nvSpPr>
      <dsp:spPr>
        <a:xfrm>
          <a:off x="0" y="2764400"/>
          <a:ext cx="6666833" cy="103428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Facial recognition</a:t>
          </a:r>
        </a:p>
      </dsp:txBody>
      <dsp:txXfrm>
        <a:off x="50489" y="2814889"/>
        <a:ext cx="6565855" cy="933302"/>
      </dsp:txXfrm>
    </dsp:sp>
    <dsp:sp modelId="{D85D94CE-FD2D-4048-8E6F-464C9895D6EE}">
      <dsp:nvSpPr>
        <dsp:cNvPr id="0" name=""/>
        <dsp:cNvSpPr/>
      </dsp:nvSpPr>
      <dsp:spPr>
        <a:xfrm>
          <a:off x="0" y="3873560"/>
          <a:ext cx="6666833" cy="103428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Recommender system</a:t>
          </a:r>
        </a:p>
      </dsp:txBody>
      <dsp:txXfrm>
        <a:off x="50489" y="3924049"/>
        <a:ext cx="6565855" cy="933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120D9-42DC-4158-8ABF-0F7DE4A075D3}">
      <dsp:nvSpPr>
        <dsp:cNvPr id="0" name=""/>
        <dsp:cNvSpPr/>
      </dsp:nvSpPr>
      <dsp:spPr>
        <a:xfrm>
          <a:off x="0" y="700013"/>
          <a:ext cx="6666833" cy="195638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Storage is cheap</a:t>
          </a:r>
        </a:p>
      </dsp:txBody>
      <dsp:txXfrm>
        <a:off x="95503" y="795516"/>
        <a:ext cx="6475827" cy="1765380"/>
      </dsp:txXfrm>
    </dsp:sp>
    <dsp:sp modelId="{CB0A03C7-8925-4B38-90A8-4C5DBFA7BFD7}">
      <dsp:nvSpPr>
        <dsp:cNvPr id="0" name=""/>
        <dsp:cNvSpPr/>
      </dsp:nvSpPr>
      <dsp:spPr>
        <a:xfrm>
          <a:off x="0" y="2797519"/>
          <a:ext cx="6666833" cy="1956386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People are exchanging information freely</a:t>
          </a:r>
        </a:p>
      </dsp:txBody>
      <dsp:txXfrm>
        <a:off x="95503" y="2893022"/>
        <a:ext cx="6475827" cy="17653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F67D9-83A2-434C-8129-8957FDF0ECBC}">
      <dsp:nvSpPr>
        <dsp:cNvPr id="0" name=""/>
        <dsp:cNvSpPr/>
      </dsp:nvSpPr>
      <dsp:spPr>
        <a:xfrm>
          <a:off x="1333" y="882495"/>
          <a:ext cx="4855627" cy="24278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From the existing data we want to discover patterns and meaning.</a:t>
          </a:r>
        </a:p>
      </dsp:txBody>
      <dsp:txXfrm>
        <a:off x="72441" y="953603"/>
        <a:ext cx="4713411" cy="2285597"/>
      </dsp:txXfrm>
    </dsp:sp>
    <dsp:sp modelId="{21DCE57C-FE73-40BD-A26E-98268C9AAD2A}">
      <dsp:nvSpPr>
        <dsp:cNvPr id="0" name=""/>
        <dsp:cNvSpPr/>
      </dsp:nvSpPr>
      <dsp:spPr>
        <a:xfrm>
          <a:off x="6070867" y="882495"/>
          <a:ext cx="4855627" cy="24278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We use Machine Learning </a:t>
          </a:r>
          <a:endParaRPr lang="en-US" sz="3900" kern="1200"/>
        </a:p>
      </dsp:txBody>
      <dsp:txXfrm>
        <a:off x="6141975" y="953603"/>
        <a:ext cx="4713411" cy="22855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2F86FA-C97C-4AAE-ACA7-615C7A7BA87C}">
      <dsp:nvSpPr>
        <dsp:cNvPr id="0" name=""/>
        <dsp:cNvSpPr/>
      </dsp:nvSpPr>
      <dsp:spPr>
        <a:xfrm>
          <a:off x="0" y="80644"/>
          <a:ext cx="6666833" cy="170469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Supervised learning – we are given the input as well as the target value for each input.</a:t>
          </a:r>
        </a:p>
      </dsp:txBody>
      <dsp:txXfrm>
        <a:off x="83216" y="163860"/>
        <a:ext cx="6500401" cy="1538258"/>
      </dsp:txXfrm>
    </dsp:sp>
    <dsp:sp modelId="{708E84EF-4DD1-4F1A-A996-43CDC196B712}">
      <dsp:nvSpPr>
        <dsp:cNvPr id="0" name=""/>
        <dsp:cNvSpPr/>
      </dsp:nvSpPr>
      <dsp:spPr>
        <a:xfrm>
          <a:off x="0" y="1874614"/>
          <a:ext cx="6666833" cy="170469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Unsupervised learning – there is no target, we let the model determine the pattern.</a:t>
          </a:r>
        </a:p>
      </dsp:txBody>
      <dsp:txXfrm>
        <a:off x="83216" y="1957830"/>
        <a:ext cx="6500401" cy="1538258"/>
      </dsp:txXfrm>
    </dsp:sp>
    <dsp:sp modelId="{579A318B-1C61-4FEB-B098-CF09D94B30C0}">
      <dsp:nvSpPr>
        <dsp:cNvPr id="0" name=""/>
        <dsp:cNvSpPr/>
      </dsp:nvSpPr>
      <dsp:spPr>
        <a:xfrm>
          <a:off x="0" y="3668585"/>
          <a:ext cx="6666833" cy="170469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Reinforcement learning – is a semi-supervised learning. </a:t>
          </a:r>
        </a:p>
      </dsp:txBody>
      <dsp:txXfrm>
        <a:off x="83216" y="3751801"/>
        <a:ext cx="6500401" cy="15382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C47B39-6E12-42CF-9BF4-BDDD9D7A4717}">
      <dsp:nvSpPr>
        <dsp:cNvPr id="0" name=""/>
        <dsp:cNvSpPr/>
      </dsp:nvSpPr>
      <dsp:spPr>
        <a:xfrm>
          <a:off x="0" y="727969"/>
          <a:ext cx="6666833" cy="7558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Apart from understanding the techniques, one has to know how to clean-up and prepare data to run a specific algorithm. </a:t>
          </a:r>
        </a:p>
      </dsp:txBody>
      <dsp:txXfrm>
        <a:off x="36896" y="764865"/>
        <a:ext cx="6593041" cy="682028"/>
      </dsp:txXfrm>
    </dsp:sp>
    <dsp:sp modelId="{C253C024-8851-4C84-B878-02912270BD0E}">
      <dsp:nvSpPr>
        <dsp:cNvPr id="0" name=""/>
        <dsp:cNvSpPr/>
      </dsp:nvSpPr>
      <dsp:spPr>
        <a:xfrm>
          <a:off x="0" y="1538509"/>
          <a:ext cx="6666833" cy="7558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Numpy – is used for numerical computing, i.e. matrix manipulation. </a:t>
          </a:r>
        </a:p>
      </dsp:txBody>
      <dsp:txXfrm>
        <a:off x="36896" y="1575405"/>
        <a:ext cx="6593041" cy="682028"/>
      </dsp:txXfrm>
    </dsp:sp>
    <dsp:sp modelId="{BCAA33BA-C129-4D2A-B4A9-0F19E03628DA}">
      <dsp:nvSpPr>
        <dsp:cNvPr id="0" name=""/>
        <dsp:cNvSpPr/>
      </dsp:nvSpPr>
      <dsp:spPr>
        <a:xfrm>
          <a:off x="0" y="2349050"/>
          <a:ext cx="6666833" cy="7558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Pandas – is used to clean-up and prepare data.</a:t>
          </a:r>
        </a:p>
      </dsp:txBody>
      <dsp:txXfrm>
        <a:off x="36896" y="2385946"/>
        <a:ext cx="6593041" cy="682028"/>
      </dsp:txXfrm>
    </dsp:sp>
    <dsp:sp modelId="{F3350670-7763-44C0-9B06-42168D908EB7}">
      <dsp:nvSpPr>
        <dsp:cNvPr id="0" name=""/>
        <dsp:cNvSpPr/>
      </dsp:nvSpPr>
      <dsp:spPr>
        <a:xfrm>
          <a:off x="0" y="3159589"/>
          <a:ext cx="6666833" cy="7558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Scikit learn – is used to run an algorithm on a specific data. </a:t>
          </a:r>
        </a:p>
      </dsp:txBody>
      <dsp:txXfrm>
        <a:off x="36896" y="3196485"/>
        <a:ext cx="6593041" cy="682028"/>
      </dsp:txXfrm>
    </dsp:sp>
    <dsp:sp modelId="{E6F2868F-0D2F-4779-BBAC-D988A79DE5E6}">
      <dsp:nvSpPr>
        <dsp:cNvPr id="0" name=""/>
        <dsp:cNvSpPr/>
      </dsp:nvSpPr>
      <dsp:spPr>
        <a:xfrm>
          <a:off x="0" y="3970130"/>
          <a:ext cx="6666833" cy="75582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Additional fields – Statistics, Probability and Linear Algebra. </a:t>
          </a:r>
        </a:p>
      </dsp:txBody>
      <dsp:txXfrm>
        <a:off x="36896" y="4007026"/>
        <a:ext cx="6593041" cy="6820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540FE18-13F7-4CDF-AB3B-D3B827BD271E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D09ADF-4C2D-4AB0-A722-66495454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847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2FF73-EC49-4036-BFBE-4A07FEBAFD4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76045-D52C-4153-BCD4-DF6EDEB5A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5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look at housing data and come up with an equation so that we can predict house price</a:t>
            </a:r>
          </a:p>
          <a:p>
            <a:endParaRPr lang="en-US" dirty="0"/>
          </a:p>
          <a:p>
            <a:r>
              <a:rPr lang="en-US" dirty="0"/>
              <a:t>Independent variables, input features   </a:t>
            </a:r>
          </a:p>
          <a:p>
            <a:r>
              <a:rPr lang="en-US" dirty="0" err="1"/>
              <a:t>Zipcode</a:t>
            </a:r>
            <a:r>
              <a:rPr lang="en-US" dirty="0"/>
              <a:t>, lot size, house </a:t>
            </a:r>
            <a:r>
              <a:rPr lang="en-US" dirty="0" err="1"/>
              <a:t>sqft</a:t>
            </a:r>
            <a:r>
              <a:rPr lang="en-US" dirty="0"/>
              <a:t>, bedrooms, bathrooms, garage size, </a:t>
            </a:r>
            <a:r>
              <a:rPr lang="en-US" dirty="0" err="1"/>
              <a:t>etc</a:t>
            </a:r>
            <a:r>
              <a:rPr lang="en-US" dirty="0"/>
              <a:t>… target value house price (dependent variable or target feature)</a:t>
            </a:r>
          </a:p>
          <a:p>
            <a:endParaRPr lang="en-US" dirty="0"/>
          </a:p>
          <a:p>
            <a:r>
              <a:rPr lang="en-US" dirty="0"/>
              <a:t>Study time vs score, score is a value, regression</a:t>
            </a:r>
          </a:p>
          <a:p>
            <a:r>
              <a:rPr lang="en-US" dirty="0"/>
              <a:t>Study time vs pass/no pass, classification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76045-D52C-4153-BCD4-DF6EDEB5A7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83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1F9D-181E-FCC6-5718-6B51C116D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D4130-AF10-44F8-A2A0-F76CAB567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9B20D-3340-2790-1247-0F2456343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D4851-E81E-5F5B-0B61-84FCCE0BD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1860C-A084-C397-C4A0-925BC5AD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032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6B5A-A5D0-9480-75A9-7A3329235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FE508-54A7-EC29-9762-CF7A496B2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50B6A-931C-CB17-2925-8624E51F3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981A8-2D8C-9ED2-0FB7-CC66E5E3C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10A8-931D-7812-7993-9EE15DD32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27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D3B47-1114-7905-C8FA-365914359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25E45-AF66-7474-9D7E-02EBC4BAD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9DB80-01A8-FEE8-9B45-0757151D2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60E4D-6521-1521-7ABD-A45FF34F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03DAF-1973-DD4B-F862-B97288C6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109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476E1-4CCF-6611-BF31-78C6C1B37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CCE83-8923-E20F-6E46-99E4D866C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1B913-E1CB-CC55-10D7-268325E6D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3F878-9AAC-29EB-2C8C-2220D657B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3A6F6-05B5-EBBD-FC88-6D07F643C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78C3C-423B-307A-0FEF-2D1964C0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573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158A-2459-D910-6735-21712BE3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1B2B6-ED98-8969-18EE-F21005A04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6E429-C08C-8874-56D4-20EF7122C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4A6DB-B4F3-9AEB-9F33-94D6E3268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0BA6E-C59E-5C73-640D-1A3FD11D7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6D5D45-3632-61E1-2832-CC8ED53A4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6F52D-F39D-5DD2-DEB8-07BB8D8F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E9E826-83A9-17A1-222B-B7B282E5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7526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69D8D-9455-3DBB-217C-2604DDB3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A16CDE-9372-27B0-8950-43C699C1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3241F-2B78-B229-6C4B-11035723B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C30EC-2BF9-EFE8-9BD9-5E4352C3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081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7310C4-1119-AC98-691B-66382AA5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EECED-AF79-F609-DD92-31E63C947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6C99F-2EAB-D5BF-2763-8D0B5BCD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59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F3230-FD87-6E89-21BB-ED4FE4BA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00CBB-DD95-5428-005E-4B9BF8F6A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C1B9E-18EF-A16E-BF5C-9454D00B9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EF3E7-057E-5DC5-D0F0-6666CEFD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A67B9-E4E2-2031-485E-78CE8AC7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39110-E9B7-7C35-831E-5FA069E7A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79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FAC9D-2075-9215-3B42-B3191A90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B423A4-F775-FC2E-FBF5-68983C349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0E8FE-EE6C-886D-3F01-52EF9EE8D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C7A6A-8617-05FC-05E3-9A7FC6DEE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44D61-ABA6-C44F-3313-050FFB03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D509B-1B6F-6AAD-3A2A-B77FB35B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598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4FFE0-0ADA-E215-DD51-AD073379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3235C-E3E2-1E26-53E8-ADA000AF2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2F4EC-4059-02E1-2A46-CC6F8011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A455-F4BB-159D-056B-0AA4E5851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2A57E-B9AB-FFBB-6C0E-EF0A9BAC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422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7AD34-3746-CFCC-92F7-973FABD3B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953F4A-034C-6732-B888-4DDFAD74D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4416C-BA91-E7A0-0437-ECAB1E97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9EB3A-8EDB-16AC-DEF5-B1B81869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E216A-72D6-EC16-EBC4-80F64F469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903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74E0A-7B1C-DE8D-41BD-BA805CAE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17D4F-90E8-7FB0-7E52-AFCDF8CD2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FB11F-D0DD-7501-AFA9-A6FDDE311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7BB07-9CCD-0D98-8404-084A1DB2D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5EDC2-462D-725F-1D0D-802624F38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94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84" r:id="rId3"/>
    <p:sldLayoutId id="2147484085" r:id="rId4"/>
    <p:sldLayoutId id="2147484086" r:id="rId5"/>
    <p:sldLayoutId id="2147484087" r:id="rId6"/>
    <p:sldLayoutId id="2147484088" r:id="rId7"/>
    <p:sldLayoutId id="2147484089" r:id="rId8"/>
    <p:sldLayoutId id="2147484090" r:id="rId9"/>
    <p:sldLayoutId id="2147484091" r:id="rId10"/>
    <p:sldLayoutId id="21474840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What is Machine Learning?</a:t>
            </a: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49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458411-7B71-4B2C-8647-609C609E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91B3EF-BE52-726D-66F5-CCF638C5E7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24014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3163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438A4-CCBE-4411-A2FA-4EFA97E1D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Formal Definition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BBC99-4838-471B-A4F9-2AEEC272C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i="0">
                <a:effectLst/>
                <a:latin typeface="Arial" panose="020B0604020202020204" pitchFamily="34" charset="0"/>
              </a:rPr>
              <a:t>Machine learning</a:t>
            </a:r>
            <a:r>
              <a:rPr lang="en-US" sz="2000" b="0" i="0">
                <a:effectLst/>
                <a:latin typeface="Arial" panose="020B0604020202020204" pitchFamily="34" charset="0"/>
              </a:rPr>
              <a:t> (</a:t>
            </a:r>
            <a:r>
              <a:rPr lang="en-US" sz="2000" b="1" i="0">
                <a:effectLst/>
                <a:latin typeface="Arial" panose="020B0604020202020204" pitchFamily="34" charset="0"/>
              </a:rPr>
              <a:t>ML</a:t>
            </a:r>
            <a:r>
              <a:rPr lang="en-US" sz="2000" b="0" i="0">
                <a:effectLst/>
                <a:latin typeface="Arial" panose="020B0604020202020204" pitchFamily="34" charset="0"/>
              </a:rPr>
              <a:t>) is a field of inquiry devoted to understanding and building methods that 'learn', that is, methods that leverage data to improve performance on some set of tasks.  - Wikipedia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695810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Why is there so much hype about Data?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8F3908-B225-4E02-DD67-8181DD4CD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82837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247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366CD-A8E9-194F-8A60-277B9F28E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 is golden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A7ACC5F6-B39A-5696-613D-BE6F3DE623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252493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642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FBDE7-3024-064B-93B1-A26A6FDF0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Types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00BF9A-2948-FACF-A578-84A13D231D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719177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959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E7E94-B1F7-DE49-B487-233192DE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Regression vs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F44BF-5E4B-9C44-AF20-E1B492D97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Regression, the goal is to find an equation that better represents the data so that the equation can be used for future predictions.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Regression is about predicting a continuous quantity. 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classification, the goal is to label the data or assign class labels to the data.  </a:t>
            </a: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Classification is about predicting discrete class labels. </a:t>
            </a:r>
          </a:p>
        </p:txBody>
      </p:sp>
    </p:spTree>
    <p:extLst>
      <p:ext uri="{BB962C8B-B14F-4D97-AF65-F5344CB8AC3E}">
        <p14:creationId xmlns:p14="http://schemas.microsoft.com/office/powerpoint/2010/main" val="2530466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90258-14D5-D442-9C21-6C942CA1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tools to use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4514BD-B821-1B27-2CB6-4A533E27C9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67320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6482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  <wetp:taskpane dockstate="right" visibility="0" width="70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34A8D60-0A43-0A41-864B-846490CF0540}">
  <we:reference id="wa104379279" version="2.1.0.0" store="en-US" storeType="OMEX"/>
  <we:alternateReferences>
    <we:reference id="WA104379279" version="2.1.0.0" store="WA104379279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6AEDBBF-1FA4-B94B-A9BE-FDEFEBA41539}">
  <we:reference id="wa104379997" version="1.0.0.2" store="en-US" storeType="OMEX"/>
  <we:alternateReferences>
    <we:reference id="WA104379997" version="1.0.0.2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12941</TotalTime>
  <Words>365</Words>
  <Application>Microsoft Office PowerPoint</Application>
  <PresentationFormat>Widescreen</PresentationFormat>
  <Paragraphs>39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What is Machine Learning?</vt:lpstr>
      <vt:lpstr>Machine Learning</vt:lpstr>
      <vt:lpstr>Formal Definition </vt:lpstr>
      <vt:lpstr>Why is there so much hype about Data?</vt:lpstr>
      <vt:lpstr>Data is golden</vt:lpstr>
      <vt:lpstr>Types</vt:lpstr>
      <vt:lpstr>Regression vs classification</vt:lpstr>
      <vt:lpstr>What tools to 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processing using Python</dc:title>
  <dc:creator>Chityala, Ravi</dc:creator>
  <cp:lastModifiedBy>Sridevi Pudipeddi</cp:lastModifiedBy>
  <cp:revision>391</cp:revision>
  <cp:lastPrinted>2015-09-08T17:47:13Z</cp:lastPrinted>
  <dcterms:created xsi:type="dcterms:W3CDTF">2015-08-24T18:00:54Z</dcterms:created>
  <dcterms:modified xsi:type="dcterms:W3CDTF">2025-01-22T23:44:10Z</dcterms:modified>
</cp:coreProperties>
</file>