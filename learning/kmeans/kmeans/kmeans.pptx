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1" r:id="rId1"/>
  </p:sldMasterIdLst>
  <p:notesMasterIdLst>
    <p:notesMasterId r:id="rId8"/>
  </p:notesMasterIdLst>
  <p:handoutMasterIdLst>
    <p:handoutMasterId r:id="rId9"/>
  </p:handoutMasterIdLst>
  <p:sldIdLst>
    <p:sldId id="348" r:id="rId2"/>
    <p:sldId id="257" r:id="rId3"/>
    <p:sldId id="279" r:id="rId4"/>
    <p:sldId id="276" r:id="rId5"/>
    <p:sldId id="277" r:id="rId6"/>
    <p:sldId id="286" r:id="rId7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1" autoAdjust="0"/>
    <p:restoredTop sz="86502"/>
  </p:normalViewPr>
  <p:slideViewPr>
    <p:cSldViewPr snapToGrid="0">
      <p:cViewPr varScale="1">
        <p:scale>
          <a:sx n="134" d="100"/>
          <a:sy n="134" d="100"/>
        </p:scale>
        <p:origin x="1866" y="1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6" d="100"/>
          <a:sy n="126" d="100"/>
        </p:scale>
        <p:origin x="409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540FE18-13F7-4CDF-AB3B-D3B827BD271E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6D09ADF-4C2D-4AB0-A722-66495454D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847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D2FF73-EC49-4036-BFBE-4A07FEBAFD49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76045-D52C-4153-BCD4-DF6EDEB5A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55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76045-D52C-4153-BCD4-DF6EDEB5A7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7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5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1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801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5273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6499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300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73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6680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44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911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4815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924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3426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992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935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168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350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2" r:id="rId1"/>
    <p:sldLayoutId id="2147484083" r:id="rId2"/>
    <p:sldLayoutId id="2147484084" r:id="rId3"/>
    <p:sldLayoutId id="2147484085" r:id="rId4"/>
    <p:sldLayoutId id="2147484086" r:id="rId5"/>
    <p:sldLayoutId id="2147484087" r:id="rId6"/>
    <p:sldLayoutId id="2147484088" r:id="rId7"/>
    <p:sldLayoutId id="2147484089" r:id="rId8"/>
    <p:sldLayoutId id="2147484090" r:id="rId9"/>
    <p:sldLayoutId id="2147484091" r:id="rId10"/>
    <p:sldLayoutId id="2147484092" r:id="rId11"/>
    <p:sldLayoutId id="2147484093" r:id="rId12"/>
    <p:sldLayoutId id="2147484094" r:id="rId13"/>
    <p:sldLayoutId id="2147484095" r:id="rId14"/>
    <p:sldLayoutId id="2147484096" r:id="rId15"/>
    <p:sldLayoutId id="214748409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3800" y="1621813"/>
            <a:ext cx="8077200" cy="1673352"/>
          </a:xfrm>
        </p:spPr>
        <p:txBody>
          <a:bodyPr/>
          <a:lstStyle/>
          <a:p>
            <a:pPr algn="ctr"/>
            <a:r>
              <a:rPr lang="en-US" dirty="0"/>
              <a:t>K-MEANS</a:t>
            </a:r>
          </a:p>
        </p:txBody>
      </p:sp>
    </p:spTree>
    <p:extLst>
      <p:ext uri="{BB962C8B-B14F-4D97-AF65-F5344CB8AC3E}">
        <p14:creationId xmlns:p14="http://schemas.microsoft.com/office/powerpoint/2010/main" val="1996382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Clustering?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6667" y="1286933"/>
            <a:ext cx="10583333" cy="4592659"/>
          </a:xfrm>
        </p:spPr>
        <p:txBody>
          <a:bodyPr>
            <a:normAutofit/>
          </a:bodyPr>
          <a:lstStyle/>
          <a:p>
            <a:pPr marL="685800" lvl="2" indent="0">
              <a:buNone/>
            </a:pPr>
            <a:endParaRPr lang="en-US" sz="3600" dirty="0"/>
          </a:p>
          <a:p>
            <a:pPr marL="685800" lvl="2" indent="0">
              <a:buNone/>
            </a:pPr>
            <a:r>
              <a:rPr lang="en-US" sz="3600" dirty="0"/>
              <a:t>Clustering is used to group objects. </a:t>
            </a:r>
          </a:p>
          <a:p>
            <a:pPr marL="685800" lvl="2" indent="0">
              <a:buNone/>
            </a:pPr>
            <a:r>
              <a:rPr lang="en-US" sz="3600" dirty="0"/>
              <a:t>It is an unsupervised learning technique. </a:t>
            </a:r>
          </a:p>
        </p:txBody>
      </p:sp>
    </p:spTree>
    <p:extLst>
      <p:ext uri="{BB962C8B-B14F-4D97-AF65-F5344CB8AC3E}">
        <p14:creationId xmlns:p14="http://schemas.microsoft.com/office/powerpoint/2010/main" val="2374600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10" y="480144"/>
            <a:ext cx="9628756" cy="703705"/>
          </a:xfrm>
        </p:spPr>
        <p:txBody>
          <a:bodyPr>
            <a:normAutofit/>
          </a:bodyPr>
          <a:lstStyle/>
          <a:p>
            <a:r>
              <a:rPr lang="en-US" dirty="0"/>
              <a:t>What is K-means clustering?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BAD37-7614-49CE-A206-E69929F6F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7" y="1778000"/>
            <a:ext cx="10701866" cy="4358193"/>
          </a:xfrm>
        </p:spPr>
        <p:txBody>
          <a:bodyPr/>
          <a:lstStyle/>
          <a:p>
            <a:endParaRPr lang="en-US" dirty="0"/>
          </a:p>
          <a:p>
            <a:r>
              <a:rPr lang="en-US" sz="2800" dirty="0"/>
              <a:t>K-means clustering uses the mean to group the objects.  </a:t>
            </a:r>
          </a:p>
          <a:p>
            <a:r>
              <a:rPr lang="en-US" sz="2800" dirty="0"/>
              <a:t>The goal is to decrease inter-cluster similarity </a:t>
            </a:r>
          </a:p>
          <a:p>
            <a:pPr marL="0" indent="0">
              <a:buNone/>
            </a:pPr>
            <a:r>
              <a:rPr lang="en-US" sz="2800" dirty="0"/>
              <a:t>    while increasing the intra-cluster similarity. </a:t>
            </a:r>
          </a:p>
          <a:p>
            <a:pPr marL="0" indent="0">
              <a:buNone/>
            </a:pPr>
            <a:r>
              <a:rPr lang="en-US" sz="2800" dirty="0"/>
              <a:t>		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4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677334" y="123825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How does it work?</a:t>
            </a:r>
            <a:br>
              <a:rPr lang="en-US" sz="5400" dirty="0"/>
            </a:b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199" y="1175500"/>
            <a:ext cx="8768803" cy="5375319"/>
          </a:xfrm>
          <a:ln>
            <a:miter lim="800000"/>
            <a:headEnd/>
            <a:tailEnd/>
          </a:ln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Choose a K and start forming clusters or groups.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Randomly pick centroids for each cluster.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Repeat the following until the clusters are stable: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For each point - compute the distance between it and the centroids.  Assign it to the cluster with the nearest centroid.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For each cluster – find the new centroid.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Stop iterations when the points do not change cluster membership.</a:t>
            </a:r>
          </a:p>
          <a:p>
            <a:pPr marL="118872" indent="0">
              <a:buNone/>
              <a:defRPr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FDB290-9A19-EC41-BE15-3F58630A9877}" type="slidenum">
              <a:rPr lang="en-US" sz="1200">
                <a:solidFill>
                  <a:srgbClr val="898989"/>
                </a:solidFill>
              </a:rPr>
              <a:pPr/>
              <a:t>4</a:t>
            </a:fld>
            <a:endParaRPr lang="en-US" sz="12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152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845276" y="247271"/>
            <a:ext cx="8194074" cy="703705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Arial (Body)" charset="0"/>
                <a:ea typeface="ＭＳ Ｐゴシック" charset="0"/>
                <a:cs typeface="Arial (Body)" charset="0"/>
              </a:rPr>
              <a:t>Let us consider an example</a:t>
            </a:r>
            <a:br>
              <a:rPr lang="en-US" sz="3600" dirty="0">
                <a:latin typeface="Arial (Body)" charset="0"/>
                <a:ea typeface="ＭＳ Ｐゴシック" charset="0"/>
                <a:cs typeface="Arial (Body)" charset="0"/>
              </a:rPr>
            </a:b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E8F8E7F-F3AA-6345-AD78-8E6DA62055CD}" type="slidenum">
              <a:rPr lang="en-US" sz="1200">
                <a:solidFill>
                  <a:srgbClr val="898989"/>
                </a:solidFill>
              </a:rPr>
              <a:pPr/>
              <a:t>5</a:t>
            </a:fld>
            <a:endParaRPr lang="en-US" sz="1200" dirty="0">
              <a:solidFill>
                <a:srgbClr val="898989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7BBAFA6-19E5-4FF0-AC7C-90B429594FDA}"/>
              </a:ext>
            </a:extLst>
          </p:cNvPr>
          <p:cNvGrpSpPr/>
          <p:nvPr/>
        </p:nvGrpSpPr>
        <p:grpSpPr>
          <a:xfrm>
            <a:off x="2107088" y="1013992"/>
            <a:ext cx="2821838" cy="2702943"/>
            <a:chOff x="823924" y="1506415"/>
            <a:chExt cx="2821838" cy="2702943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61EAEAF7-4646-44A7-9A3B-1000A545D9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986" y="1506415"/>
              <a:ext cx="0" cy="2702943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77C0423-A2DE-4095-8DDE-13D3594D3FFA}"/>
                </a:ext>
              </a:extLst>
            </p:cNvPr>
            <p:cNvCxnSpPr>
              <a:cxnSpLocks/>
            </p:cNvCxnSpPr>
            <p:nvPr/>
          </p:nvCxnSpPr>
          <p:spPr>
            <a:xfrm>
              <a:off x="823924" y="4187370"/>
              <a:ext cx="2821838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264CF91-192C-4521-B636-439A94234C2B}"/>
                </a:ext>
              </a:extLst>
            </p:cNvPr>
            <p:cNvSpPr/>
            <p:nvPr/>
          </p:nvSpPr>
          <p:spPr>
            <a:xfrm rot="4646612">
              <a:off x="2874596" y="3296937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8497026-BA65-4373-AA51-F70733D6C1D7}"/>
                </a:ext>
              </a:extLst>
            </p:cNvPr>
            <p:cNvSpPr/>
            <p:nvPr/>
          </p:nvSpPr>
          <p:spPr>
            <a:xfrm rot="4646612">
              <a:off x="1502160" y="2420417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8730900-72AE-41B5-9B19-40C5AF0C6653}"/>
                </a:ext>
              </a:extLst>
            </p:cNvPr>
            <p:cNvSpPr/>
            <p:nvPr/>
          </p:nvSpPr>
          <p:spPr>
            <a:xfrm rot="4646612">
              <a:off x="2648824" y="2714460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6E39B3D-844C-44D2-915E-6618229E8E11}"/>
                </a:ext>
              </a:extLst>
            </p:cNvPr>
            <p:cNvSpPr/>
            <p:nvPr/>
          </p:nvSpPr>
          <p:spPr>
            <a:xfrm rot="4646612">
              <a:off x="1163654" y="2352072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EE99632-2E68-4E5B-AF7B-DDDE2F67628E}"/>
                </a:ext>
              </a:extLst>
            </p:cNvPr>
            <p:cNvSpPr/>
            <p:nvPr/>
          </p:nvSpPr>
          <p:spPr>
            <a:xfrm rot="4646612">
              <a:off x="1282985" y="2824115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17BCE29-E39A-4508-8051-7B34DD053EF6}"/>
                </a:ext>
              </a:extLst>
            </p:cNvPr>
            <p:cNvSpPr/>
            <p:nvPr/>
          </p:nvSpPr>
          <p:spPr>
            <a:xfrm rot="4646612">
              <a:off x="2976277" y="2931813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68D8C37-F350-42A2-8F66-7BB2C3051130}"/>
                </a:ext>
              </a:extLst>
            </p:cNvPr>
            <p:cNvSpPr/>
            <p:nvPr/>
          </p:nvSpPr>
          <p:spPr>
            <a:xfrm rot="4646612">
              <a:off x="2526908" y="3657696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41024E5-5499-4A9B-A458-1003DF265E09}"/>
                </a:ext>
              </a:extLst>
            </p:cNvPr>
            <p:cNvSpPr/>
            <p:nvPr/>
          </p:nvSpPr>
          <p:spPr>
            <a:xfrm>
              <a:off x="1010474" y="2794300"/>
              <a:ext cx="98854" cy="108739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272F2A0-C438-4F32-9C4F-C3C91FACE92C}"/>
                </a:ext>
              </a:extLst>
            </p:cNvPr>
            <p:cNvSpPr/>
            <p:nvPr/>
          </p:nvSpPr>
          <p:spPr>
            <a:xfrm rot="6510854">
              <a:off x="2220939" y="3019041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D671C42-76A9-4132-9AB9-079905A2C293}"/>
                </a:ext>
              </a:extLst>
            </p:cNvPr>
            <p:cNvSpPr/>
            <p:nvPr/>
          </p:nvSpPr>
          <p:spPr>
            <a:xfrm rot="4646612">
              <a:off x="2526907" y="3317814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C19D38C-5ED4-4EB2-B9F0-1E9545034F83}"/>
                </a:ext>
              </a:extLst>
            </p:cNvPr>
            <p:cNvSpPr/>
            <p:nvPr/>
          </p:nvSpPr>
          <p:spPr>
            <a:xfrm rot="4646612">
              <a:off x="2224430" y="3438694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835FF3B-A9CC-4342-A347-010CC7920FB4}"/>
                </a:ext>
              </a:extLst>
            </p:cNvPr>
            <p:cNvSpPr/>
            <p:nvPr/>
          </p:nvSpPr>
          <p:spPr>
            <a:xfrm rot="4646612">
              <a:off x="1617784" y="2764619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977768A-4D3C-41C2-A3C5-A1AE40FAFCE2}"/>
                </a:ext>
              </a:extLst>
            </p:cNvPr>
            <p:cNvSpPr/>
            <p:nvPr/>
          </p:nvSpPr>
          <p:spPr>
            <a:xfrm rot="4646612">
              <a:off x="1617784" y="2088057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62FDBAA-00A4-467A-B935-32BEDB50B49C}"/>
              </a:ext>
            </a:extLst>
          </p:cNvPr>
          <p:cNvGrpSpPr/>
          <p:nvPr/>
        </p:nvGrpSpPr>
        <p:grpSpPr>
          <a:xfrm>
            <a:off x="6512733" y="992004"/>
            <a:ext cx="2821838" cy="2702943"/>
            <a:chOff x="823924" y="1506415"/>
            <a:chExt cx="2821838" cy="270294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CC71D91-8F72-4B70-89C1-2130EA6381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986" y="1506415"/>
              <a:ext cx="0" cy="2702943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41E22A6-1DA9-42A1-8842-8B6ED9E9558C}"/>
                </a:ext>
              </a:extLst>
            </p:cNvPr>
            <p:cNvCxnSpPr>
              <a:cxnSpLocks/>
            </p:cNvCxnSpPr>
            <p:nvPr/>
          </p:nvCxnSpPr>
          <p:spPr>
            <a:xfrm>
              <a:off x="823924" y="4187370"/>
              <a:ext cx="2821838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CEB751A-E15A-42DE-859D-08554EEE2799}"/>
                </a:ext>
              </a:extLst>
            </p:cNvPr>
            <p:cNvSpPr/>
            <p:nvPr/>
          </p:nvSpPr>
          <p:spPr>
            <a:xfrm rot="4646612">
              <a:off x="2874596" y="3296937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1D44E95-44E6-4DB0-9324-CBEACE23EA5B}"/>
                </a:ext>
              </a:extLst>
            </p:cNvPr>
            <p:cNvSpPr/>
            <p:nvPr/>
          </p:nvSpPr>
          <p:spPr>
            <a:xfrm rot="4646612">
              <a:off x="1502160" y="2420417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C57501D-5C42-4B85-8645-F16C82CEF92B}"/>
                </a:ext>
              </a:extLst>
            </p:cNvPr>
            <p:cNvSpPr/>
            <p:nvPr/>
          </p:nvSpPr>
          <p:spPr>
            <a:xfrm rot="4646612">
              <a:off x="2648824" y="2714460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981F884-EB22-4AAD-AF13-63A6B7A411BA}"/>
                </a:ext>
              </a:extLst>
            </p:cNvPr>
            <p:cNvSpPr/>
            <p:nvPr/>
          </p:nvSpPr>
          <p:spPr>
            <a:xfrm rot="4646612">
              <a:off x="1163654" y="2352072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6DBB735-0DDF-4E03-A75C-F150777B1A5D}"/>
                </a:ext>
              </a:extLst>
            </p:cNvPr>
            <p:cNvSpPr/>
            <p:nvPr/>
          </p:nvSpPr>
          <p:spPr>
            <a:xfrm rot="4646612">
              <a:off x="1282985" y="2824115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493002A-0628-42FE-9211-3AE1D05C7F20}"/>
                </a:ext>
              </a:extLst>
            </p:cNvPr>
            <p:cNvSpPr/>
            <p:nvPr/>
          </p:nvSpPr>
          <p:spPr>
            <a:xfrm rot="4646612">
              <a:off x="2976277" y="2931813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0860B78-E4DC-49E7-A964-22B09D943419}"/>
                </a:ext>
              </a:extLst>
            </p:cNvPr>
            <p:cNvSpPr/>
            <p:nvPr/>
          </p:nvSpPr>
          <p:spPr>
            <a:xfrm rot="4646612">
              <a:off x="2526908" y="3657696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1F6B84D5-A70B-493B-8F0A-85CDFDC84213}"/>
                </a:ext>
              </a:extLst>
            </p:cNvPr>
            <p:cNvSpPr/>
            <p:nvPr/>
          </p:nvSpPr>
          <p:spPr>
            <a:xfrm>
              <a:off x="1010474" y="2794300"/>
              <a:ext cx="98854" cy="108739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32402D2-B957-4B27-98F5-8BEE444C8B4F}"/>
                </a:ext>
              </a:extLst>
            </p:cNvPr>
            <p:cNvSpPr/>
            <p:nvPr/>
          </p:nvSpPr>
          <p:spPr>
            <a:xfrm rot="6510854">
              <a:off x="2220939" y="3019041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CA54028-0F8A-45E0-A81C-D8D2E1B47011}"/>
                </a:ext>
              </a:extLst>
            </p:cNvPr>
            <p:cNvSpPr/>
            <p:nvPr/>
          </p:nvSpPr>
          <p:spPr>
            <a:xfrm rot="4646612">
              <a:off x="2526907" y="3317814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C6BEB99-98EE-443A-9C6D-E014B15621FD}"/>
                </a:ext>
              </a:extLst>
            </p:cNvPr>
            <p:cNvSpPr/>
            <p:nvPr/>
          </p:nvSpPr>
          <p:spPr>
            <a:xfrm rot="4646612">
              <a:off x="2224430" y="3438694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4021B0B-2265-424D-B9A6-D46742979383}"/>
                </a:ext>
              </a:extLst>
            </p:cNvPr>
            <p:cNvSpPr/>
            <p:nvPr/>
          </p:nvSpPr>
          <p:spPr>
            <a:xfrm rot="4646612">
              <a:off x="1617784" y="2764619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2009C4E-68A9-4640-A9BB-5D9624D8FDD6}"/>
                </a:ext>
              </a:extLst>
            </p:cNvPr>
            <p:cNvSpPr/>
            <p:nvPr/>
          </p:nvSpPr>
          <p:spPr>
            <a:xfrm rot="4646612">
              <a:off x="1617784" y="2088057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4CA43CC7-B38C-43B3-AD93-AD0E35AC58D9}"/>
              </a:ext>
            </a:extLst>
          </p:cNvPr>
          <p:cNvSpPr/>
          <p:nvPr/>
        </p:nvSpPr>
        <p:spPr>
          <a:xfrm>
            <a:off x="7280825" y="2222427"/>
            <a:ext cx="145655" cy="1456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167633B-99BF-4AE3-BF6E-9FC6AF857C24}"/>
              </a:ext>
            </a:extLst>
          </p:cNvPr>
          <p:cNvSpPr/>
          <p:nvPr/>
        </p:nvSpPr>
        <p:spPr>
          <a:xfrm>
            <a:off x="7899481" y="2912640"/>
            <a:ext cx="145655" cy="14565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14E29B1-31A6-48B6-9E43-F0C52E0E5CD4}"/>
              </a:ext>
            </a:extLst>
          </p:cNvPr>
          <p:cNvGrpSpPr/>
          <p:nvPr/>
        </p:nvGrpSpPr>
        <p:grpSpPr>
          <a:xfrm>
            <a:off x="4685081" y="3936974"/>
            <a:ext cx="2821838" cy="2702943"/>
            <a:chOff x="823924" y="1506415"/>
            <a:chExt cx="2821838" cy="2702943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C5E43DD-10B7-46B5-B524-01D473F601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986" y="1506415"/>
              <a:ext cx="0" cy="2702943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ADD410F-3E4A-48DC-909C-4D628BA3717D}"/>
                </a:ext>
              </a:extLst>
            </p:cNvPr>
            <p:cNvCxnSpPr>
              <a:cxnSpLocks/>
            </p:cNvCxnSpPr>
            <p:nvPr/>
          </p:nvCxnSpPr>
          <p:spPr>
            <a:xfrm>
              <a:off x="823924" y="4187370"/>
              <a:ext cx="2821838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8C347F6-45CA-4636-9F40-E44E5D932138}"/>
                </a:ext>
              </a:extLst>
            </p:cNvPr>
            <p:cNvSpPr/>
            <p:nvPr/>
          </p:nvSpPr>
          <p:spPr>
            <a:xfrm rot="4646612">
              <a:off x="2874596" y="3296937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2D929D3E-7F79-4333-A6EF-B64E79DF64DA}"/>
                </a:ext>
              </a:extLst>
            </p:cNvPr>
            <p:cNvSpPr/>
            <p:nvPr/>
          </p:nvSpPr>
          <p:spPr>
            <a:xfrm rot="4646612">
              <a:off x="1502160" y="2420417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7483DAE-9B01-4702-8508-3346333B372E}"/>
                </a:ext>
              </a:extLst>
            </p:cNvPr>
            <p:cNvSpPr/>
            <p:nvPr/>
          </p:nvSpPr>
          <p:spPr>
            <a:xfrm rot="4646612">
              <a:off x="2648824" y="2714460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B8B3373-B9A4-43A2-9CA1-BAAB9A2F5D98}"/>
                </a:ext>
              </a:extLst>
            </p:cNvPr>
            <p:cNvSpPr/>
            <p:nvPr/>
          </p:nvSpPr>
          <p:spPr>
            <a:xfrm rot="4646612">
              <a:off x="1163654" y="2352072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C456992-2030-4397-B235-194E23271237}"/>
                </a:ext>
              </a:extLst>
            </p:cNvPr>
            <p:cNvSpPr/>
            <p:nvPr/>
          </p:nvSpPr>
          <p:spPr>
            <a:xfrm rot="4646612">
              <a:off x="1282985" y="2824115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0A0617C-5042-4A40-893F-D8F802D54BAE}"/>
                </a:ext>
              </a:extLst>
            </p:cNvPr>
            <p:cNvSpPr/>
            <p:nvPr/>
          </p:nvSpPr>
          <p:spPr>
            <a:xfrm rot="4646612">
              <a:off x="2976277" y="2931813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A4D259-4F07-4E58-8091-79AFF39340E2}"/>
                </a:ext>
              </a:extLst>
            </p:cNvPr>
            <p:cNvSpPr/>
            <p:nvPr/>
          </p:nvSpPr>
          <p:spPr>
            <a:xfrm rot="4646612">
              <a:off x="2526908" y="3657696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5D5E8E0-FFE7-43F1-98BA-6FB53C5D1972}"/>
                </a:ext>
              </a:extLst>
            </p:cNvPr>
            <p:cNvSpPr/>
            <p:nvPr/>
          </p:nvSpPr>
          <p:spPr>
            <a:xfrm>
              <a:off x="1010474" y="2794300"/>
              <a:ext cx="98854" cy="108739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74881D9-4C1F-4BBD-BC2B-DFFBC7566CBB}"/>
                </a:ext>
              </a:extLst>
            </p:cNvPr>
            <p:cNvSpPr/>
            <p:nvPr/>
          </p:nvSpPr>
          <p:spPr>
            <a:xfrm rot="6510854">
              <a:off x="2220939" y="3019041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05F10010-B1F5-4726-B667-69B614E7C22C}"/>
                </a:ext>
              </a:extLst>
            </p:cNvPr>
            <p:cNvSpPr/>
            <p:nvPr/>
          </p:nvSpPr>
          <p:spPr>
            <a:xfrm rot="4646612">
              <a:off x="2526907" y="3317814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B958DED-4629-4979-AECA-221ADEDC6E5A}"/>
                </a:ext>
              </a:extLst>
            </p:cNvPr>
            <p:cNvSpPr/>
            <p:nvPr/>
          </p:nvSpPr>
          <p:spPr>
            <a:xfrm rot="4646612">
              <a:off x="2224430" y="3438694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5D40677-FF1D-43C2-A2EC-F13B5F82656A}"/>
                </a:ext>
              </a:extLst>
            </p:cNvPr>
            <p:cNvSpPr/>
            <p:nvPr/>
          </p:nvSpPr>
          <p:spPr>
            <a:xfrm rot="4646612">
              <a:off x="1617784" y="2764619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0ED5EF81-AEDF-4032-982A-65F8E166F3BB}"/>
                </a:ext>
              </a:extLst>
            </p:cNvPr>
            <p:cNvSpPr/>
            <p:nvPr/>
          </p:nvSpPr>
          <p:spPr>
            <a:xfrm rot="4646612">
              <a:off x="1617784" y="2088057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0" name="Oval 69">
            <a:extLst>
              <a:ext uri="{FF2B5EF4-FFF2-40B4-BE49-F238E27FC236}">
                <a16:creationId xmlns:a16="http://schemas.microsoft.com/office/drawing/2014/main" id="{075B8702-BECF-4374-8267-950E9CC78951}"/>
              </a:ext>
            </a:extLst>
          </p:cNvPr>
          <p:cNvSpPr/>
          <p:nvPr/>
        </p:nvSpPr>
        <p:spPr>
          <a:xfrm>
            <a:off x="5202223" y="4963504"/>
            <a:ext cx="145655" cy="1456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160762A-9C0E-4FBA-BBA4-AB238838F784}"/>
              </a:ext>
            </a:extLst>
          </p:cNvPr>
          <p:cNvSpPr/>
          <p:nvPr/>
        </p:nvSpPr>
        <p:spPr>
          <a:xfrm>
            <a:off x="6465205" y="5512928"/>
            <a:ext cx="145655" cy="14565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98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689B606-2E80-48A5-8288-EFB9A973AE40}"/>
              </a:ext>
            </a:extLst>
          </p:cNvPr>
          <p:cNvGrpSpPr/>
          <p:nvPr/>
        </p:nvGrpSpPr>
        <p:grpSpPr>
          <a:xfrm>
            <a:off x="2347924" y="1506416"/>
            <a:ext cx="2821838" cy="2702943"/>
            <a:chOff x="823924" y="1506415"/>
            <a:chExt cx="2821838" cy="2702943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1FFD750-8B3B-41B0-96E9-2577647F84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986" y="1506415"/>
              <a:ext cx="0" cy="2702943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7C4B6DF-9DBA-48E3-9E65-D9E5FF69B72B}"/>
                </a:ext>
              </a:extLst>
            </p:cNvPr>
            <p:cNvCxnSpPr>
              <a:cxnSpLocks/>
            </p:cNvCxnSpPr>
            <p:nvPr/>
          </p:nvCxnSpPr>
          <p:spPr>
            <a:xfrm>
              <a:off x="823924" y="4187370"/>
              <a:ext cx="2821838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620A61C-071F-4FE6-B6CA-86F3526960FC}"/>
                </a:ext>
              </a:extLst>
            </p:cNvPr>
            <p:cNvSpPr/>
            <p:nvPr/>
          </p:nvSpPr>
          <p:spPr>
            <a:xfrm rot="4646612">
              <a:off x="2874596" y="3296937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D346D28-8905-4F68-9425-01665D4E54C4}"/>
                </a:ext>
              </a:extLst>
            </p:cNvPr>
            <p:cNvSpPr/>
            <p:nvPr/>
          </p:nvSpPr>
          <p:spPr>
            <a:xfrm rot="4646612">
              <a:off x="1502160" y="2420417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BA3AE1B-58E6-42DA-9043-C4B53D41257C}"/>
                </a:ext>
              </a:extLst>
            </p:cNvPr>
            <p:cNvSpPr/>
            <p:nvPr/>
          </p:nvSpPr>
          <p:spPr>
            <a:xfrm rot="4646612">
              <a:off x="2648824" y="2714460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37A7842-5681-4364-9752-DAF4166A9766}"/>
                </a:ext>
              </a:extLst>
            </p:cNvPr>
            <p:cNvSpPr/>
            <p:nvPr/>
          </p:nvSpPr>
          <p:spPr>
            <a:xfrm rot="4646612">
              <a:off x="1163654" y="2352072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45743D4-1E42-43FA-AC3F-BF02F6101959}"/>
                </a:ext>
              </a:extLst>
            </p:cNvPr>
            <p:cNvSpPr/>
            <p:nvPr/>
          </p:nvSpPr>
          <p:spPr>
            <a:xfrm rot="4646612">
              <a:off x="1282985" y="2824115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F056B50-BC31-4772-BD76-336A5C1B48D8}"/>
                </a:ext>
              </a:extLst>
            </p:cNvPr>
            <p:cNvSpPr/>
            <p:nvPr/>
          </p:nvSpPr>
          <p:spPr>
            <a:xfrm rot="4646612">
              <a:off x="2976277" y="2931813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E716B44-F6A5-4C27-994B-18DDA1C615B1}"/>
                </a:ext>
              </a:extLst>
            </p:cNvPr>
            <p:cNvSpPr/>
            <p:nvPr/>
          </p:nvSpPr>
          <p:spPr>
            <a:xfrm rot="4646612">
              <a:off x="2526908" y="3657696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3BE8C4C-78F6-441F-8F04-B9A5DC4770DB}"/>
                </a:ext>
              </a:extLst>
            </p:cNvPr>
            <p:cNvSpPr/>
            <p:nvPr/>
          </p:nvSpPr>
          <p:spPr>
            <a:xfrm>
              <a:off x="1010474" y="2794300"/>
              <a:ext cx="98854" cy="108739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88E0C3F-1C50-4BC8-AA57-F44F59843CCE}"/>
                </a:ext>
              </a:extLst>
            </p:cNvPr>
            <p:cNvSpPr/>
            <p:nvPr/>
          </p:nvSpPr>
          <p:spPr>
            <a:xfrm rot="6510854">
              <a:off x="2220939" y="3019041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6F3EC6A-2CC1-4442-8126-E35BF148B6DA}"/>
                </a:ext>
              </a:extLst>
            </p:cNvPr>
            <p:cNvSpPr/>
            <p:nvPr/>
          </p:nvSpPr>
          <p:spPr>
            <a:xfrm rot="4646612">
              <a:off x="2526907" y="3317814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386D77A-3CB8-4BA2-A1C9-427B2361E2C0}"/>
                </a:ext>
              </a:extLst>
            </p:cNvPr>
            <p:cNvSpPr/>
            <p:nvPr/>
          </p:nvSpPr>
          <p:spPr>
            <a:xfrm rot="4646612">
              <a:off x="2224430" y="3438694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156D853-A63D-4B73-B7A5-3AA8F5EA7A94}"/>
                </a:ext>
              </a:extLst>
            </p:cNvPr>
            <p:cNvSpPr/>
            <p:nvPr/>
          </p:nvSpPr>
          <p:spPr>
            <a:xfrm rot="4646612">
              <a:off x="1617784" y="2764619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E81DD3E-8B65-4E02-8DB3-B83F3BD2E003}"/>
                </a:ext>
              </a:extLst>
            </p:cNvPr>
            <p:cNvSpPr/>
            <p:nvPr/>
          </p:nvSpPr>
          <p:spPr>
            <a:xfrm rot="4646612">
              <a:off x="1617784" y="2088057"/>
              <a:ext cx="101033" cy="112642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36905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  <wetp:taskpane dockstate="right" visibility="0" width="70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34A8D60-0A43-0A41-864B-846490CF0540}">
  <we:reference id="wa104379279" version="2.1.0.0" store="en-US" storeType="OMEX"/>
  <we:alternateReferences>
    <we:reference id="WA104379279" version="2.1.0.0" store="WA104379279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6AEDBBF-1FA4-B94B-A9BE-FDEFEBA41539}">
  <we:reference id="wa104379997" version="1.0.0.2" store="en-US" storeType="OMEX"/>
  <we:alternateReferences>
    <we:reference id="WA104379997" version="1.0.0.2" store="WA1043799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3204</TotalTime>
  <Words>136</Words>
  <Application>Microsoft Office PowerPoint</Application>
  <PresentationFormat>Widescreen</PresentationFormat>
  <Paragraphs>23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(Body)</vt:lpstr>
      <vt:lpstr>Calibri</vt:lpstr>
      <vt:lpstr>Trebuchet MS</vt:lpstr>
      <vt:lpstr>Wingdings 3</vt:lpstr>
      <vt:lpstr>Facet</vt:lpstr>
      <vt:lpstr>K-MEANS</vt:lpstr>
      <vt:lpstr>What is Clustering?</vt:lpstr>
      <vt:lpstr>What is K-means clustering? </vt:lpstr>
      <vt:lpstr>How does it work? </vt:lpstr>
      <vt:lpstr>Let us consider an example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processing using Python</dc:title>
  <dc:creator>Chityala, Ravi</dc:creator>
  <cp:lastModifiedBy>S P</cp:lastModifiedBy>
  <cp:revision>366</cp:revision>
  <cp:lastPrinted>2015-09-08T17:47:13Z</cp:lastPrinted>
  <dcterms:created xsi:type="dcterms:W3CDTF">2015-08-24T18:00:54Z</dcterms:created>
  <dcterms:modified xsi:type="dcterms:W3CDTF">2023-03-24T21:40:51Z</dcterms:modified>
</cp:coreProperties>
</file>