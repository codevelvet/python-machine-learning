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57" r:id="rId4"/>
    <p:sldId id="258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71" autoAdjust="0"/>
    <p:restoredTop sz="94660"/>
  </p:normalViewPr>
  <p:slideViewPr>
    <p:cSldViewPr snapToGrid="0">
      <p:cViewPr>
        <p:scale>
          <a:sx n="70" d="100"/>
          <a:sy n="70" d="100"/>
        </p:scale>
        <p:origin x="888" y="6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FE7C2F-F682-23D2-E342-55348BF9E4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6DEC5E9-AEB7-A9CC-79B2-0B3B93F476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20DCE8-7CFF-B828-4149-A8C4ADADFF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CBC80F-8602-4FF1-BA87-5DC808FDCF7B}" type="datetimeFigureOut">
              <a:rPr lang="en-US" smtClean="0"/>
              <a:t>10/28/2024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5952E7-FDA2-4FE0-1AC7-BA6A608680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86656F-0CA0-E992-8753-D7AD09B380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E8AA5-70C0-4035-BF42-D31BE616F6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02719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16449D-59D0-64CD-6770-B71BFC5F07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36D3BB-4121-B550-9068-8C3D2D9C57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5FC59B-4156-4BB2-C7B8-4D4146D6C2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CBC80F-8602-4FF1-BA87-5DC808FDCF7B}" type="datetimeFigureOut">
              <a:rPr lang="en-US" smtClean="0"/>
              <a:t>10/28/2024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1A5724-6D4C-8B58-DA27-70338974E2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67C1FE-5C79-DB72-FECF-7A941AF356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E8AA5-70C0-4035-BF42-D31BE616F6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00051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4DCBA2-4333-D81A-C14D-66EC79CD96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F8E2D8-BBF6-9F21-F223-7D8130CB87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EE3D2F-A6B6-D1C9-0C41-DFF10410BF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CBC80F-8602-4FF1-BA87-5DC808FDCF7B}" type="datetimeFigureOut">
              <a:rPr lang="en-US" smtClean="0"/>
              <a:t>10/28/2024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DFCE92-CFA8-3B76-AB92-559B6FE164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5AA2A6-83B9-D195-DAE5-E05CC00C36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E8AA5-70C0-4035-BF42-D31BE616F6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35517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5CF394-8CE1-6014-D263-19426E5977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950C77-AEAD-2BA3-DFE5-F60F1C12C7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A8C80E-BEBD-E759-EDEC-909E86F8CC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33D586-EF8A-8C17-8307-7362234DB1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CBC80F-8602-4FF1-BA87-5DC808FDCF7B}" type="datetimeFigureOut">
              <a:rPr lang="en-US" smtClean="0"/>
              <a:t>10/28/2024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E745FE-D277-B82B-B787-248A78E0BF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0185E2-E809-3DF0-E1EB-2F2B24052C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E8AA5-70C0-4035-BF42-D31BE616F6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43204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A08C16-3798-DF69-6692-2B7FA1BDA7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7578DB-4089-585B-E65A-E68FB87274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A1BEDB-1C85-8E9B-B58A-DE95B933A9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A7CF13A-098B-771F-27CE-E4E70F6FE8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B223C89-B124-22BE-0056-BC3D73A9AA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561D490-A840-BD64-85FF-4C71FBBF1F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CBC80F-8602-4FF1-BA87-5DC808FDCF7B}" type="datetimeFigureOut">
              <a:rPr lang="en-US" smtClean="0"/>
              <a:t>10/28/2024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471FC47-B64E-62C3-BD1D-EA78BF8246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26CF1AF-4F45-3FF1-D8C7-4F697ED0DE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E8AA5-70C0-4035-BF42-D31BE616F6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66122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F2FAC7-E472-7FC6-7DBC-B8DDC657B1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73F0C2-153E-F15E-C9CD-98FC2C72B3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CBC80F-8602-4FF1-BA87-5DC808FDCF7B}" type="datetimeFigureOut">
              <a:rPr lang="en-US" smtClean="0"/>
              <a:t>10/28/2024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8B097FB-CF22-768D-6577-EB30A468AD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142C1EB-B46D-0FA9-BE14-38442D636C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E8AA5-70C0-4035-BF42-D31BE616F6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38048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DA92BFA-D130-12D8-35F2-C129CFC375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CBC80F-8602-4FF1-BA87-5DC808FDCF7B}" type="datetimeFigureOut">
              <a:rPr lang="en-US" smtClean="0"/>
              <a:t>10/28/2024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56A7087-540D-C25F-1062-29AADB16E3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B76F34-2915-9B8F-8451-FF467A9F37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E8AA5-70C0-4035-BF42-D31BE616F6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48787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7DB158-9923-FAEF-B163-4B5F6E5E47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8784DF-DB3F-7FC0-CF89-77EB244987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96BBA0-33E7-2BD7-BCEC-B9EBAD25E7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52AF29-E4AD-4AD8-30D1-C1B31CDF13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CBC80F-8602-4FF1-BA87-5DC808FDCF7B}" type="datetimeFigureOut">
              <a:rPr lang="en-US" smtClean="0"/>
              <a:t>10/28/2024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FD3236-0369-E5DC-2FF3-00F945F23F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7676B5-DC90-9C35-9EE7-4FBB5568A4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E8AA5-70C0-4035-BF42-D31BE616F6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17045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1E613A-7E9C-E2EA-F863-DE6E73ED6C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A35E6B4-9C91-E48F-CBCC-1ED3D3217AD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34AF8B-C1DC-DF97-5D1E-3C4441A4D6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F5D305-38E3-2113-3F4E-CA0CC87653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CBC80F-8602-4FF1-BA87-5DC808FDCF7B}" type="datetimeFigureOut">
              <a:rPr lang="en-US" smtClean="0"/>
              <a:t>10/28/2024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818EBC-A362-7734-8C22-5A7DC018E2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D222BF-0A96-A1DD-02DF-68630D7484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E8AA5-70C0-4035-BF42-D31BE616F6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1678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14675-CE83-5982-A24B-0974649B25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39D86FF-0CB3-C070-7AE2-C47B8288D3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54E1F5-3813-A4AC-B66F-FDE631D668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CBC80F-8602-4FF1-BA87-5DC808FDCF7B}" type="datetimeFigureOut">
              <a:rPr lang="en-US" smtClean="0"/>
              <a:t>10/28/2024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B42045-4DDA-C4FA-36A8-9FEBE80CF3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47531B-3E8B-9AEB-2851-055C9078A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E8AA5-70C0-4035-BF42-D31BE616F6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81192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65A84CA-9232-9E1D-4706-A2A21B5343D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0897612-D7C8-A1FF-061D-028ADAED5A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5632CB-1347-8ABD-EF32-B0226D7826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CBC80F-8602-4FF1-BA87-5DC808FDCF7B}" type="datetimeFigureOut">
              <a:rPr lang="en-US" smtClean="0"/>
              <a:t>10/28/2024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6A1543-F408-B7CA-7C5D-7F528C1560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C3E648-3BAE-DB4F-D499-A5618057A5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E8AA5-70C0-4035-BF42-D31BE616F6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17829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6F49C42-2ED8-42AB-FB7D-24E403C0E3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91EDE6-9987-4642-3107-68E44CC8D0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99F540-5D78-9FBD-E087-372755A778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1CBC80F-8602-4FF1-BA87-5DC808FDCF7B}" type="datetimeFigureOut">
              <a:rPr lang="en-US" smtClean="0"/>
              <a:t>10/28/2024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6E8D0B-5AC4-83E1-E693-857A34AE15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3FB51A-F840-41DC-D5E8-9541AAC337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E8E8AA5-70C0-4035-BF42-D31BE616F6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65210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98604-690F-E406-DF0B-42D022730C0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SVM Multi-class Explanation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548602-4796-67F2-B52E-EF38DCACEA5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65379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3" name="sketch line">
            <a:extLst>
              <a:ext uri="{FF2B5EF4-FFF2-40B4-BE49-F238E27FC236}">
                <a16:creationId xmlns:a16="http://schemas.microsoft.com/office/drawing/2014/main" id="{6357EC4F-235E-4222-A36F-C7878ACE37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97AF9BB-3169-2CEB-F40C-9F3090FC2392}"/>
              </a:ext>
            </a:extLst>
          </p:cNvPr>
          <p:cNvSpPr txBox="1"/>
          <p:nvPr/>
        </p:nvSpPr>
        <p:spPr>
          <a:xfrm>
            <a:off x="630936" y="2807208"/>
            <a:ext cx="3429000" cy="341071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y = x+1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y-x-1 = f(</a:t>
            </a:r>
            <a:r>
              <a:rPr lang="en-US" sz="2000" dirty="0" err="1"/>
              <a:t>x,y</a:t>
            </a:r>
            <a:r>
              <a:rPr lang="en-US" sz="2000" dirty="0"/>
              <a:t>)  - eq(1)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On one side of this line, the values are positive and on the other side, the values are negative. 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X=2, y=0 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f &lt; 0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pic>
        <p:nvPicPr>
          <p:cNvPr id="1026" name="Picture 2" descr="How do you graph y=x+1 using slope intercept form? | Socratic">
            <a:extLst>
              <a:ext uri="{FF2B5EF4-FFF2-40B4-BE49-F238E27FC236}">
                <a16:creationId xmlns:a16="http://schemas.microsoft.com/office/drawing/2014/main" id="{661BC7CA-3EB0-5510-C47D-2275E988953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654296" y="1539107"/>
            <a:ext cx="6903720" cy="37797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397977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C397BF-66D6-C4D3-40B1-5FE4D9F663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One vs One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288CB807-1AD4-F3C3-490E-01FCBB5B4A3C}"/>
              </a:ext>
            </a:extLst>
          </p:cNvPr>
          <p:cNvSpPr/>
          <p:nvPr/>
        </p:nvSpPr>
        <p:spPr>
          <a:xfrm>
            <a:off x="4078514" y="2902857"/>
            <a:ext cx="188686" cy="15965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9EBBA211-749F-BA76-054D-F9C6721A4938}"/>
              </a:ext>
            </a:extLst>
          </p:cNvPr>
          <p:cNvSpPr/>
          <p:nvPr/>
        </p:nvSpPr>
        <p:spPr>
          <a:xfrm>
            <a:off x="4230914" y="3055257"/>
            <a:ext cx="188686" cy="15965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9C67B730-5AD7-7658-BED2-E5919B33516E}"/>
              </a:ext>
            </a:extLst>
          </p:cNvPr>
          <p:cNvSpPr/>
          <p:nvPr/>
        </p:nvSpPr>
        <p:spPr>
          <a:xfrm>
            <a:off x="4383314" y="3207657"/>
            <a:ext cx="188686" cy="15965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28A29CF-65FA-FCAD-6CB7-2A3487409070}"/>
              </a:ext>
            </a:extLst>
          </p:cNvPr>
          <p:cNvSpPr/>
          <p:nvPr/>
        </p:nvSpPr>
        <p:spPr>
          <a:xfrm>
            <a:off x="4288971" y="3410858"/>
            <a:ext cx="188686" cy="15965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C33D2024-DA01-A16E-1237-6E935A68C7A3}"/>
              </a:ext>
            </a:extLst>
          </p:cNvPr>
          <p:cNvSpPr/>
          <p:nvPr/>
        </p:nvSpPr>
        <p:spPr>
          <a:xfrm>
            <a:off x="4022570" y="3214914"/>
            <a:ext cx="188686" cy="15965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Star: 5 Points 9">
            <a:extLst>
              <a:ext uri="{FF2B5EF4-FFF2-40B4-BE49-F238E27FC236}">
                <a16:creationId xmlns:a16="http://schemas.microsoft.com/office/drawing/2014/main" id="{79DD32F3-0F52-3E6E-251D-BA285E39F19D}"/>
              </a:ext>
            </a:extLst>
          </p:cNvPr>
          <p:cNvSpPr/>
          <p:nvPr/>
        </p:nvSpPr>
        <p:spPr>
          <a:xfrm>
            <a:off x="6400800" y="2615878"/>
            <a:ext cx="104172" cy="138897"/>
          </a:xfrm>
          <a:prstGeom prst="star5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Isosceles Triangle 13">
            <a:extLst>
              <a:ext uri="{FF2B5EF4-FFF2-40B4-BE49-F238E27FC236}">
                <a16:creationId xmlns:a16="http://schemas.microsoft.com/office/drawing/2014/main" id="{2F82A97E-19C4-7818-B7DD-35600782C04D}"/>
              </a:ext>
            </a:extLst>
          </p:cNvPr>
          <p:cNvSpPr/>
          <p:nvPr/>
        </p:nvSpPr>
        <p:spPr>
          <a:xfrm>
            <a:off x="5822065" y="4275320"/>
            <a:ext cx="104172" cy="138896"/>
          </a:xfrm>
          <a:prstGeom prst="triangle">
            <a:avLst/>
          </a:prstGeom>
          <a:solidFill>
            <a:schemeClr val="accent5"/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Star: 5 Points 17">
            <a:extLst>
              <a:ext uri="{FF2B5EF4-FFF2-40B4-BE49-F238E27FC236}">
                <a16:creationId xmlns:a16="http://schemas.microsoft.com/office/drawing/2014/main" id="{9D0CEB44-FDFA-858C-2324-876AA66372B1}"/>
              </a:ext>
            </a:extLst>
          </p:cNvPr>
          <p:cNvSpPr/>
          <p:nvPr/>
        </p:nvSpPr>
        <p:spPr>
          <a:xfrm>
            <a:off x="6553200" y="2768278"/>
            <a:ext cx="104172" cy="138897"/>
          </a:xfrm>
          <a:prstGeom prst="star5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Star: 5 Points 18">
            <a:extLst>
              <a:ext uri="{FF2B5EF4-FFF2-40B4-BE49-F238E27FC236}">
                <a16:creationId xmlns:a16="http://schemas.microsoft.com/office/drawing/2014/main" id="{98C89434-3E92-7541-07B1-84ACA3FEEFCA}"/>
              </a:ext>
            </a:extLst>
          </p:cNvPr>
          <p:cNvSpPr/>
          <p:nvPr/>
        </p:nvSpPr>
        <p:spPr>
          <a:xfrm>
            <a:off x="6705600" y="2920678"/>
            <a:ext cx="104172" cy="138897"/>
          </a:xfrm>
          <a:prstGeom prst="star5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Star: 5 Points 19">
            <a:extLst>
              <a:ext uri="{FF2B5EF4-FFF2-40B4-BE49-F238E27FC236}">
                <a16:creationId xmlns:a16="http://schemas.microsoft.com/office/drawing/2014/main" id="{61F47BB1-F368-97C1-0B43-87A00A171653}"/>
              </a:ext>
            </a:extLst>
          </p:cNvPr>
          <p:cNvSpPr/>
          <p:nvPr/>
        </p:nvSpPr>
        <p:spPr>
          <a:xfrm>
            <a:off x="6757686" y="2476981"/>
            <a:ext cx="104172" cy="138897"/>
          </a:xfrm>
          <a:prstGeom prst="star5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Isosceles Triangle 20">
            <a:extLst>
              <a:ext uri="{FF2B5EF4-FFF2-40B4-BE49-F238E27FC236}">
                <a16:creationId xmlns:a16="http://schemas.microsoft.com/office/drawing/2014/main" id="{19D6BF59-3E3D-801E-C772-71FC7F9CBB71}"/>
              </a:ext>
            </a:extLst>
          </p:cNvPr>
          <p:cNvSpPr/>
          <p:nvPr/>
        </p:nvSpPr>
        <p:spPr>
          <a:xfrm>
            <a:off x="5555848" y="4699323"/>
            <a:ext cx="104172" cy="138896"/>
          </a:xfrm>
          <a:prstGeom prst="triangle">
            <a:avLst/>
          </a:prstGeom>
          <a:solidFill>
            <a:schemeClr val="accent5"/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13415AC5-B8CE-D326-9133-E491118FBCF3}"/>
              </a:ext>
            </a:extLst>
          </p:cNvPr>
          <p:cNvSpPr/>
          <p:nvPr/>
        </p:nvSpPr>
        <p:spPr>
          <a:xfrm>
            <a:off x="5567422" y="4460111"/>
            <a:ext cx="104172" cy="138896"/>
          </a:xfrm>
          <a:prstGeom prst="triangle">
            <a:avLst/>
          </a:prstGeom>
          <a:solidFill>
            <a:schemeClr val="accent5"/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Isosceles Triangle 22">
            <a:extLst>
              <a:ext uri="{FF2B5EF4-FFF2-40B4-BE49-F238E27FC236}">
                <a16:creationId xmlns:a16="http://schemas.microsoft.com/office/drawing/2014/main" id="{B394BD72-92A5-9535-1E24-6F940C083A39}"/>
              </a:ext>
            </a:extLst>
          </p:cNvPr>
          <p:cNvSpPr/>
          <p:nvPr/>
        </p:nvSpPr>
        <p:spPr>
          <a:xfrm>
            <a:off x="5769977" y="4560428"/>
            <a:ext cx="104172" cy="138896"/>
          </a:xfrm>
          <a:prstGeom prst="triangle">
            <a:avLst/>
          </a:prstGeom>
          <a:solidFill>
            <a:schemeClr val="accent5"/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E286367B-EC4D-160B-70A6-CBBFD349629E}"/>
              </a:ext>
            </a:extLst>
          </p:cNvPr>
          <p:cNvGrpSpPr/>
          <p:nvPr/>
        </p:nvGrpSpPr>
        <p:grpSpPr>
          <a:xfrm>
            <a:off x="5416952" y="1967696"/>
            <a:ext cx="0" cy="3379808"/>
            <a:chOff x="5416952" y="1967696"/>
            <a:chExt cx="0" cy="3379808"/>
          </a:xfrm>
        </p:grpSpPr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1F40DBF7-4F33-CD9E-760E-422F6CAA2311}"/>
                </a:ext>
              </a:extLst>
            </p:cNvPr>
            <p:cNvCxnSpPr/>
            <p:nvPr/>
          </p:nvCxnSpPr>
          <p:spPr>
            <a:xfrm>
              <a:off x="5416952" y="1967696"/>
              <a:ext cx="0" cy="168990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953C91D7-69F8-286E-74A4-589D94479B4F}"/>
                </a:ext>
              </a:extLst>
            </p:cNvPr>
            <p:cNvCxnSpPr/>
            <p:nvPr/>
          </p:nvCxnSpPr>
          <p:spPr>
            <a:xfrm>
              <a:off x="5416952" y="3657600"/>
              <a:ext cx="0" cy="1689904"/>
            </a:xfrm>
            <a:prstGeom prst="line">
              <a:avLst/>
            </a:prstGeom>
            <a:ln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D6BE2E91-0421-BE39-1FF4-33BEA3D74DE6}"/>
              </a:ext>
            </a:extLst>
          </p:cNvPr>
          <p:cNvGrpSpPr/>
          <p:nvPr/>
        </p:nvGrpSpPr>
        <p:grpSpPr>
          <a:xfrm rot="5400000">
            <a:off x="5364732" y="1309108"/>
            <a:ext cx="88741" cy="4722467"/>
            <a:chOff x="5416952" y="1967696"/>
            <a:chExt cx="0" cy="3379808"/>
          </a:xfrm>
        </p:grpSpPr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1C3F876C-EA0B-7751-8CC6-7DFEAA4F8E7E}"/>
                </a:ext>
              </a:extLst>
            </p:cNvPr>
            <p:cNvCxnSpPr/>
            <p:nvPr/>
          </p:nvCxnSpPr>
          <p:spPr>
            <a:xfrm>
              <a:off x="5416952" y="1967696"/>
              <a:ext cx="0" cy="168990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D5EF12B9-D80D-3F3A-E550-F4A3E715E498}"/>
                </a:ext>
              </a:extLst>
            </p:cNvPr>
            <p:cNvCxnSpPr/>
            <p:nvPr/>
          </p:nvCxnSpPr>
          <p:spPr>
            <a:xfrm>
              <a:off x="5416952" y="3657600"/>
              <a:ext cx="0" cy="1689904"/>
            </a:xfrm>
            <a:prstGeom prst="line">
              <a:avLst/>
            </a:prstGeom>
            <a:ln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F69AD8C5-0F62-44A2-BD23-9491DBDDCE84}"/>
              </a:ext>
            </a:extLst>
          </p:cNvPr>
          <p:cNvGrpSpPr/>
          <p:nvPr/>
        </p:nvGrpSpPr>
        <p:grpSpPr>
          <a:xfrm rot="15064514" flipH="1">
            <a:off x="5349446" y="1449646"/>
            <a:ext cx="176584" cy="4525158"/>
            <a:chOff x="5416952" y="1967696"/>
            <a:chExt cx="0" cy="3379808"/>
          </a:xfrm>
        </p:grpSpPr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11D5D6F2-97EF-2607-836F-B7F5FA16E3FE}"/>
                </a:ext>
              </a:extLst>
            </p:cNvPr>
            <p:cNvCxnSpPr/>
            <p:nvPr/>
          </p:nvCxnSpPr>
          <p:spPr>
            <a:xfrm>
              <a:off x="5416952" y="1967696"/>
              <a:ext cx="0" cy="168990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E86D935C-2581-EF9E-B39B-19695A8D1B41}"/>
                </a:ext>
              </a:extLst>
            </p:cNvPr>
            <p:cNvCxnSpPr/>
            <p:nvPr/>
          </p:nvCxnSpPr>
          <p:spPr>
            <a:xfrm>
              <a:off x="5416952" y="3657600"/>
              <a:ext cx="0" cy="1689904"/>
            </a:xfrm>
            <a:prstGeom prst="line">
              <a:avLst/>
            </a:prstGeom>
            <a:ln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8" name="TextBox 37">
            <a:extLst>
              <a:ext uri="{FF2B5EF4-FFF2-40B4-BE49-F238E27FC236}">
                <a16:creationId xmlns:a16="http://schemas.microsoft.com/office/drawing/2014/main" id="{DA01469B-7F2D-C78D-DE79-B4CDE5E26891}"/>
              </a:ext>
            </a:extLst>
          </p:cNvPr>
          <p:cNvSpPr txBox="1"/>
          <p:nvPr/>
        </p:nvSpPr>
        <p:spPr>
          <a:xfrm>
            <a:off x="6096000" y="4362520"/>
            <a:ext cx="304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?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F40A6D4-EEBF-F264-9FDE-905D78E8B12F}"/>
              </a:ext>
            </a:extLst>
          </p:cNvPr>
          <p:cNvSpPr txBox="1"/>
          <p:nvPr/>
        </p:nvSpPr>
        <p:spPr>
          <a:xfrm>
            <a:off x="4609917" y="1556180"/>
            <a:ext cx="17105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Circle vs Stars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FCC9402-B188-D7B8-322A-E1EDA567E019}"/>
              </a:ext>
            </a:extLst>
          </p:cNvPr>
          <p:cNvSpPr txBox="1"/>
          <p:nvPr/>
        </p:nvSpPr>
        <p:spPr>
          <a:xfrm>
            <a:off x="1955042" y="4463577"/>
            <a:ext cx="60937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Circle vs Triangles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7EC40B6-A484-6738-A8EE-ED0C2653793F}"/>
              </a:ext>
            </a:extLst>
          </p:cNvPr>
          <p:cNvSpPr txBox="1"/>
          <p:nvPr/>
        </p:nvSpPr>
        <p:spPr>
          <a:xfrm>
            <a:off x="8014818" y="3441305"/>
            <a:ext cx="18957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Stars vs Triangles</a:t>
            </a:r>
          </a:p>
        </p:txBody>
      </p:sp>
    </p:spTree>
    <p:extLst>
      <p:ext uri="{BB962C8B-B14F-4D97-AF65-F5344CB8AC3E}">
        <p14:creationId xmlns:p14="http://schemas.microsoft.com/office/powerpoint/2010/main" val="39960690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AA8972-B65C-4DB8-CCF0-B87CDFC200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DBE9C1-79BF-42E8-09E6-B18B7BE88F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One vs Rest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793EF493-41FD-270F-E186-FC171578C015}"/>
              </a:ext>
            </a:extLst>
          </p:cNvPr>
          <p:cNvSpPr/>
          <p:nvPr/>
        </p:nvSpPr>
        <p:spPr>
          <a:xfrm>
            <a:off x="4078514" y="2902857"/>
            <a:ext cx="188686" cy="15965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91F5B0A0-D234-2F4E-22C8-A8B3404AB453}"/>
              </a:ext>
            </a:extLst>
          </p:cNvPr>
          <p:cNvSpPr/>
          <p:nvPr/>
        </p:nvSpPr>
        <p:spPr>
          <a:xfrm>
            <a:off x="4230914" y="3055257"/>
            <a:ext cx="188686" cy="15965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0775C96-C9C2-CC8B-D7BF-725500D7CA23}"/>
              </a:ext>
            </a:extLst>
          </p:cNvPr>
          <p:cNvSpPr/>
          <p:nvPr/>
        </p:nvSpPr>
        <p:spPr>
          <a:xfrm>
            <a:off x="4383314" y="3207657"/>
            <a:ext cx="188686" cy="15965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A0C7F09E-436F-B089-3806-67E4EAE81DF2}"/>
              </a:ext>
            </a:extLst>
          </p:cNvPr>
          <p:cNvSpPr/>
          <p:nvPr/>
        </p:nvSpPr>
        <p:spPr>
          <a:xfrm>
            <a:off x="4288971" y="3410858"/>
            <a:ext cx="188686" cy="15965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C1C13DC7-2EB1-9A2F-384E-57F80A34E60B}"/>
              </a:ext>
            </a:extLst>
          </p:cNvPr>
          <p:cNvSpPr/>
          <p:nvPr/>
        </p:nvSpPr>
        <p:spPr>
          <a:xfrm>
            <a:off x="4022570" y="3214914"/>
            <a:ext cx="188686" cy="15965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Star: 5 Points 9">
            <a:extLst>
              <a:ext uri="{FF2B5EF4-FFF2-40B4-BE49-F238E27FC236}">
                <a16:creationId xmlns:a16="http://schemas.microsoft.com/office/drawing/2014/main" id="{DDF718F4-B209-1B0C-E353-C23A4051D7EA}"/>
              </a:ext>
            </a:extLst>
          </p:cNvPr>
          <p:cNvSpPr/>
          <p:nvPr/>
        </p:nvSpPr>
        <p:spPr>
          <a:xfrm>
            <a:off x="6400800" y="2615878"/>
            <a:ext cx="104172" cy="138897"/>
          </a:xfrm>
          <a:prstGeom prst="star5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Isosceles Triangle 13">
            <a:extLst>
              <a:ext uri="{FF2B5EF4-FFF2-40B4-BE49-F238E27FC236}">
                <a16:creationId xmlns:a16="http://schemas.microsoft.com/office/drawing/2014/main" id="{6EF5BE62-1087-944B-D642-3063405DFA48}"/>
              </a:ext>
            </a:extLst>
          </p:cNvPr>
          <p:cNvSpPr/>
          <p:nvPr/>
        </p:nvSpPr>
        <p:spPr>
          <a:xfrm>
            <a:off x="5781549" y="4338578"/>
            <a:ext cx="104172" cy="138896"/>
          </a:xfrm>
          <a:prstGeom prst="triangle">
            <a:avLst/>
          </a:prstGeom>
          <a:solidFill>
            <a:schemeClr val="accent5"/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Star: 5 Points 17">
            <a:extLst>
              <a:ext uri="{FF2B5EF4-FFF2-40B4-BE49-F238E27FC236}">
                <a16:creationId xmlns:a16="http://schemas.microsoft.com/office/drawing/2014/main" id="{FBD15ECC-0ACD-BDA0-7F74-B331BFCE9DBA}"/>
              </a:ext>
            </a:extLst>
          </p:cNvPr>
          <p:cNvSpPr/>
          <p:nvPr/>
        </p:nvSpPr>
        <p:spPr>
          <a:xfrm>
            <a:off x="6553200" y="2768278"/>
            <a:ext cx="104172" cy="138897"/>
          </a:xfrm>
          <a:prstGeom prst="star5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Star: 5 Points 18">
            <a:extLst>
              <a:ext uri="{FF2B5EF4-FFF2-40B4-BE49-F238E27FC236}">
                <a16:creationId xmlns:a16="http://schemas.microsoft.com/office/drawing/2014/main" id="{90A70992-3269-8AE6-021F-4E70DB2B9C91}"/>
              </a:ext>
            </a:extLst>
          </p:cNvPr>
          <p:cNvSpPr/>
          <p:nvPr/>
        </p:nvSpPr>
        <p:spPr>
          <a:xfrm>
            <a:off x="6705600" y="2920678"/>
            <a:ext cx="104172" cy="138897"/>
          </a:xfrm>
          <a:prstGeom prst="star5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Star: 5 Points 19">
            <a:extLst>
              <a:ext uri="{FF2B5EF4-FFF2-40B4-BE49-F238E27FC236}">
                <a16:creationId xmlns:a16="http://schemas.microsoft.com/office/drawing/2014/main" id="{E6FC5C75-7377-6520-B658-175989AAC234}"/>
              </a:ext>
            </a:extLst>
          </p:cNvPr>
          <p:cNvSpPr/>
          <p:nvPr/>
        </p:nvSpPr>
        <p:spPr>
          <a:xfrm>
            <a:off x="6757686" y="2476981"/>
            <a:ext cx="104172" cy="138897"/>
          </a:xfrm>
          <a:prstGeom prst="star5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Isosceles Triangle 20">
            <a:extLst>
              <a:ext uri="{FF2B5EF4-FFF2-40B4-BE49-F238E27FC236}">
                <a16:creationId xmlns:a16="http://schemas.microsoft.com/office/drawing/2014/main" id="{357E99D7-9D26-65E2-BE49-AB53AD4C0F87}"/>
              </a:ext>
            </a:extLst>
          </p:cNvPr>
          <p:cNvSpPr/>
          <p:nvPr/>
        </p:nvSpPr>
        <p:spPr>
          <a:xfrm>
            <a:off x="5555848" y="4699323"/>
            <a:ext cx="104172" cy="138896"/>
          </a:xfrm>
          <a:prstGeom prst="triangle">
            <a:avLst/>
          </a:prstGeom>
          <a:solidFill>
            <a:schemeClr val="accent5"/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A25ACDDF-BB32-28C1-D318-C30EB339A35B}"/>
              </a:ext>
            </a:extLst>
          </p:cNvPr>
          <p:cNvSpPr/>
          <p:nvPr/>
        </p:nvSpPr>
        <p:spPr>
          <a:xfrm>
            <a:off x="5567422" y="4460111"/>
            <a:ext cx="104172" cy="138896"/>
          </a:xfrm>
          <a:prstGeom prst="triangle">
            <a:avLst/>
          </a:prstGeom>
          <a:solidFill>
            <a:schemeClr val="accent5"/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Isosceles Triangle 22">
            <a:extLst>
              <a:ext uri="{FF2B5EF4-FFF2-40B4-BE49-F238E27FC236}">
                <a16:creationId xmlns:a16="http://schemas.microsoft.com/office/drawing/2014/main" id="{6CD0E402-E06E-8EE8-E155-F559A53BF346}"/>
              </a:ext>
            </a:extLst>
          </p:cNvPr>
          <p:cNvSpPr/>
          <p:nvPr/>
        </p:nvSpPr>
        <p:spPr>
          <a:xfrm>
            <a:off x="5769977" y="4560428"/>
            <a:ext cx="104172" cy="138896"/>
          </a:xfrm>
          <a:prstGeom prst="triangle">
            <a:avLst/>
          </a:prstGeom>
          <a:solidFill>
            <a:schemeClr val="accent5"/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E896B0F-003F-70EF-484C-957A505B4760}"/>
              </a:ext>
            </a:extLst>
          </p:cNvPr>
          <p:cNvCxnSpPr>
            <a:cxnSpLocks/>
          </p:cNvCxnSpPr>
          <p:nvPr/>
        </p:nvCxnSpPr>
        <p:spPr>
          <a:xfrm flipH="1">
            <a:off x="2858947" y="1690688"/>
            <a:ext cx="4203539" cy="386516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D57ECF5-24E1-6388-CF76-E7F85726B7CC}"/>
              </a:ext>
            </a:extLst>
          </p:cNvPr>
          <p:cNvCxnSpPr>
            <a:cxnSpLocks/>
          </p:cNvCxnSpPr>
          <p:nvPr/>
        </p:nvCxnSpPr>
        <p:spPr>
          <a:xfrm>
            <a:off x="4267200" y="1499174"/>
            <a:ext cx="3657602" cy="428816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FC3FE39-A091-D619-146C-97A541EB5A05}"/>
              </a:ext>
            </a:extLst>
          </p:cNvPr>
          <p:cNvCxnSpPr>
            <a:cxnSpLocks/>
          </p:cNvCxnSpPr>
          <p:nvPr/>
        </p:nvCxnSpPr>
        <p:spPr>
          <a:xfrm flipH="1" flipV="1">
            <a:off x="3281423" y="3802050"/>
            <a:ext cx="5075499" cy="3973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C34B03E4-516D-7FB2-E696-49BC0B949D2D}"/>
              </a:ext>
            </a:extLst>
          </p:cNvPr>
          <p:cNvSpPr txBox="1"/>
          <p:nvPr/>
        </p:nvSpPr>
        <p:spPr>
          <a:xfrm>
            <a:off x="6062835" y="4658626"/>
            <a:ext cx="2218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?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C488363-617A-0968-E8A0-10FB47E58547}"/>
              </a:ext>
            </a:extLst>
          </p:cNvPr>
          <p:cNvSpPr txBox="1"/>
          <p:nvPr/>
        </p:nvSpPr>
        <p:spPr>
          <a:xfrm>
            <a:off x="3365080" y="1244154"/>
            <a:ext cx="60937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Stars vs rest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6279623-04E6-A246-409F-D55E5D1E5D0B}"/>
              </a:ext>
            </a:extLst>
          </p:cNvPr>
          <p:cNvSpPr txBox="1"/>
          <p:nvPr/>
        </p:nvSpPr>
        <p:spPr>
          <a:xfrm>
            <a:off x="8424391" y="3657120"/>
            <a:ext cx="60937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Triangles vs rest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825CB08-51DF-EBEC-A48C-058D13AFB4D5}"/>
              </a:ext>
            </a:extLst>
          </p:cNvPr>
          <p:cNvSpPr txBox="1"/>
          <p:nvPr/>
        </p:nvSpPr>
        <p:spPr>
          <a:xfrm>
            <a:off x="1163783" y="5633741"/>
            <a:ext cx="72606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Circle vs Rest</a:t>
            </a:r>
          </a:p>
        </p:txBody>
      </p:sp>
    </p:spTree>
    <p:extLst>
      <p:ext uri="{BB962C8B-B14F-4D97-AF65-F5344CB8AC3E}">
        <p14:creationId xmlns:p14="http://schemas.microsoft.com/office/powerpoint/2010/main" val="2046006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295</TotalTime>
  <Words>79</Words>
  <Application>Microsoft Office PowerPoint</Application>
  <PresentationFormat>Widescreen</PresentationFormat>
  <Paragraphs>18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SVM Multi-class Explanation</vt:lpstr>
      <vt:lpstr>PowerPoint Presentation</vt:lpstr>
      <vt:lpstr>One vs One</vt:lpstr>
      <vt:lpstr>One vs Rest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Sridevi Pudipeddi</dc:creator>
  <cp:lastModifiedBy>Sridevi Pudipeddi</cp:lastModifiedBy>
  <cp:revision>3</cp:revision>
  <dcterms:created xsi:type="dcterms:W3CDTF">2024-10-28T22:15:45Z</dcterms:created>
  <dcterms:modified xsi:type="dcterms:W3CDTF">2024-10-29T03:11:27Z</dcterms:modified>
</cp:coreProperties>
</file>